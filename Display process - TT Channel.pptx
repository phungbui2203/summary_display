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6"/>
  </p:notesMasterIdLst>
  <p:sldIdLst>
    <p:sldId id="6270" r:id="rId2"/>
    <p:sldId id="2147470546" r:id="rId3"/>
    <p:sldId id="2147470548" r:id="rId4"/>
    <p:sldId id="2147470535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6" autoAdjust="0"/>
    <p:restoredTop sz="94308" autoAdjust="0"/>
  </p:normalViewPr>
  <p:slideViewPr>
    <p:cSldViewPr snapToGrid="0">
      <p:cViewPr varScale="1">
        <p:scale>
          <a:sx n="70" d="100"/>
          <a:sy n="70" d="100"/>
        </p:scale>
        <p:origin x="1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4F47FD-F7E1-4B30-AD9E-A93A98169FB5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B7B4906-3B4D-4E47-B143-CA5527A5A8E8}">
      <dgm:prSet phldrT="[Text]" phldr="0" custT="1"/>
      <dgm:spPr/>
      <dgm:t>
        <a:bodyPr/>
        <a:lstStyle/>
        <a:p>
          <a:r>
            <a:rPr lang="en-US" sz="1400" b="1" dirty="0">
              <a:latin typeface="+mn-lt"/>
            </a:rPr>
            <a:t>STEP 1</a:t>
          </a:r>
        </a:p>
      </dgm:t>
    </dgm:pt>
    <dgm:pt modelId="{F71BCBF4-69FC-4DB1-89B7-BB8E0D2E772D}" type="parTrans" cxnId="{866B9316-825E-46E2-988B-E55C15BB5AF7}">
      <dgm:prSet/>
      <dgm:spPr/>
      <dgm:t>
        <a:bodyPr/>
        <a:lstStyle/>
        <a:p>
          <a:endParaRPr lang="en-US"/>
        </a:p>
      </dgm:t>
    </dgm:pt>
    <dgm:pt modelId="{719EEC30-3D93-415E-A6B0-C6DD1C2B780F}" type="sibTrans" cxnId="{866B9316-825E-46E2-988B-E55C15BB5AF7}">
      <dgm:prSet/>
      <dgm:spPr/>
      <dgm:t>
        <a:bodyPr/>
        <a:lstStyle/>
        <a:p>
          <a:endParaRPr lang="en-US"/>
        </a:p>
      </dgm:t>
    </dgm:pt>
    <dgm:pt modelId="{93731CE8-3C7E-48A7-9EA8-2CF570BC180B}">
      <dgm:prSet phldrT="[Text]"/>
      <dgm:spPr/>
      <dgm:t>
        <a:bodyPr/>
        <a:lstStyle/>
        <a:p>
          <a:r>
            <a:rPr lang="en-US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Select the right customer</a:t>
          </a:r>
          <a:endParaRPr lang="en-US" dirty="0"/>
        </a:p>
      </dgm:t>
    </dgm:pt>
    <dgm:pt modelId="{BF307223-344A-4438-A51B-62CAE3C2B767}" type="parTrans" cxnId="{565DBAE7-3077-49D2-B58C-07490DE3F3B7}">
      <dgm:prSet/>
      <dgm:spPr/>
      <dgm:t>
        <a:bodyPr/>
        <a:lstStyle/>
        <a:p>
          <a:endParaRPr lang="en-US"/>
        </a:p>
      </dgm:t>
    </dgm:pt>
    <dgm:pt modelId="{CB496310-11F9-4FD5-BBE1-B7B8D4EA810D}" type="sibTrans" cxnId="{565DBAE7-3077-49D2-B58C-07490DE3F3B7}">
      <dgm:prSet/>
      <dgm:spPr/>
      <dgm:t>
        <a:bodyPr/>
        <a:lstStyle/>
        <a:p>
          <a:endParaRPr lang="en-US"/>
        </a:p>
      </dgm:t>
    </dgm:pt>
    <dgm:pt modelId="{D142FAED-496A-4A38-A7B3-E6668402D89C}">
      <dgm:prSet phldrT="[Text]" phldr="0" custT="1"/>
      <dgm:spPr/>
      <dgm:t>
        <a:bodyPr/>
        <a:lstStyle/>
        <a:p>
          <a:r>
            <a:rPr lang="en-US" sz="1400" b="1" dirty="0">
              <a:latin typeface="+mn-lt"/>
            </a:rPr>
            <a:t>STEP 2</a:t>
          </a:r>
        </a:p>
      </dgm:t>
    </dgm:pt>
    <dgm:pt modelId="{8E454F78-E69D-46D7-A217-9DEB48137603}" type="parTrans" cxnId="{C99741D3-CEE5-431F-A2F1-6A641A665911}">
      <dgm:prSet/>
      <dgm:spPr/>
      <dgm:t>
        <a:bodyPr/>
        <a:lstStyle/>
        <a:p>
          <a:endParaRPr lang="en-US"/>
        </a:p>
      </dgm:t>
    </dgm:pt>
    <dgm:pt modelId="{8AE08EA2-97FC-484C-B41E-E77AA25C294E}" type="sibTrans" cxnId="{C99741D3-CEE5-431F-A2F1-6A641A665911}">
      <dgm:prSet/>
      <dgm:spPr/>
      <dgm:t>
        <a:bodyPr/>
        <a:lstStyle/>
        <a:p>
          <a:endParaRPr lang="en-US"/>
        </a:p>
      </dgm:t>
    </dgm:pt>
    <dgm:pt modelId="{6DBCCB78-E355-4CBD-8EE4-D20DADF06A26}">
      <dgm:prSet phldrT="[Text]" phldr="0"/>
      <dgm:spPr/>
      <dgm:t>
        <a:bodyPr/>
        <a:lstStyle/>
        <a:p>
          <a:r>
            <a:rPr lang="en-US" b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Slect</a:t>
          </a:r>
          <a:r>
            <a: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the best position, discuss to owners about rental fee.</a:t>
          </a:r>
          <a:endParaRPr lang="en-US" dirty="0"/>
        </a:p>
      </dgm:t>
    </dgm:pt>
    <dgm:pt modelId="{0269EDA7-6340-4A98-A0C9-77F93B60A83E}" type="parTrans" cxnId="{CC0FB4FF-9FA8-4F2B-B61D-1B41A3693A44}">
      <dgm:prSet/>
      <dgm:spPr/>
      <dgm:t>
        <a:bodyPr/>
        <a:lstStyle/>
        <a:p>
          <a:endParaRPr lang="en-US"/>
        </a:p>
      </dgm:t>
    </dgm:pt>
    <dgm:pt modelId="{61B349C8-B0C1-40F1-A8F1-D1A1BEE9A28A}" type="sibTrans" cxnId="{CC0FB4FF-9FA8-4F2B-B61D-1B41A3693A44}">
      <dgm:prSet/>
      <dgm:spPr/>
      <dgm:t>
        <a:bodyPr/>
        <a:lstStyle/>
        <a:p>
          <a:endParaRPr lang="en-US"/>
        </a:p>
      </dgm:t>
    </dgm:pt>
    <dgm:pt modelId="{13E21E3D-2FD1-4E72-A20E-EC5E4082D54A}">
      <dgm:prSet phldrT="[Text]" phldr="0" custT="1"/>
      <dgm:spPr/>
      <dgm:t>
        <a:bodyPr/>
        <a:lstStyle/>
        <a:p>
          <a:r>
            <a:rPr lang="en-US" sz="1400" b="1" dirty="0">
              <a:latin typeface="+mn-lt"/>
            </a:rPr>
            <a:t>STEP 3</a:t>
          </a:r>
        </a:p>
      </dgm:t>
    </dgm:pt>
    <dgm:pt modelId="{78F3028D-6839-4065-AA7D-8422C5F02A56}" type="parTrans" cxnId="{DDA76F14-3C77-43FC-B784-25FBF0899092}">
      <dgm:prSet/>
      <dgm:spPr/>
      <dgm:t>
        <a:bodyPr/>
        <a:lstStyle/>
        <a:p>
          <a:endParaRPr lang="en-US"/>
        </a:p>
      </dgm:t>
    </dgm:pt>
    <dgm:pt modelId="{A3575199-228A-4079-BF67-1218FD79A7B8}" type="sibTrans" cxnId="{DDA76F14-3C77-43FC-B784-25FBF0899092}">
      <dgm:prSet/>
      <dgm:spPr/>
      <dgm:t>
        <a:bodyPr/>
        <a:lstStyle/>
        <a:p>
          <a:endParaRPr lang="en-US"/>
        </a:p>
      </dgm:t>
    </dgm:pt>
    <dgm:pt modelId="{DE16BC99-6D8C-47BC-B2ED-3FD2E5671F8D}">
      <dgm:prSet phldrT="[Text]"/>
      <dgm:spPr/>
      <dgm:t>
        <a:bodyPr/>
        <a:lstStyle/>
        <a:p>
          <a:r>
            <a: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Align with RTM, Sales Effectiveness to open shop display</a:t>
          </a:r>
          <a:endParaRPr lang="en-US" dirty="0"/>
        </a:p>
      </dgm:t>
    </dgm:pt>
    <dgm:pt modelId="{97346543-205E-41F0-8B69-17777D583E0E}" type="parTrans" cxnId="{F9F6FBC2-9B84-4C67-ACD0-BD8A0DC031BD}">
      <dgm:prSet/>
      <dgm:spPr/>
      <dgm:t>
        <a:bodyPr/>
        <a:lstStyle/>
        <a:p>
          <a:endParaRPr lang="en-US"/>
        </a:p>
      </dgm:t>
    </dgm:pt>
    <dgm:pt modelId="{F7A728FA-E54A-4B2B-8679-76F70C95AC9E}" type="sibTrans" cxnId="{F9F6FBC2-9B84-4C67-ACD0-BD8A0DC031BD}">
      <dgm:prSet/>
      <dgm:spPr/>
      <dgm:t>
        <a:bodyPr/>
        <a:lstStyle/>
        <a:p>
          <a:endParaRPr lang="en-US"/>
        </a:p>
      </dgm:t>
    </dgm:pt>
    <dgm:pt modelId="{0B810233-BCEC-4171-B25B-CC69E061204C}">
      <dgm:prSet/>
      <dgm:spPr/>
      <dgm:t>
        <a:bodyPr/>
        <a:lstStyle/>
        <a:p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Chọn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vị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trí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đẹp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thương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lượng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thuê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trưng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bày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63E69BE4-F0BA-42C2-AAB0-D17D6679B454}" type="parTrans" cxnId="{C3662395-CABA-4B05-A146-7431D148FCDF}">
      <dgm:prSet/>
      <dgm:spPr/>
      <dgm:t>
        <a:bodyPr/>
        <a:lstStyle/>
        <a:p>
          <a:endParaRPr lang="en-US"/>
        </a:p>
      </dgm:t>
    </dgm:pt>
    <dgm:pt modelId="{1E1C3F35-2E91-4510-B7B9-0594B6802205}" type="sibTrans" cxnId="{C3662395-CABA-4B05-A146-7431D148FCDF}">
      <dgm:prSet/>
      <dgm:spPr/>
      <dgm:t>
        <a:bodyPr/>
        <a:lstStyle/>
        <a:p>
          <a:endParaRPr lang="en-US"/>
        </a:p>
      </dgm:t>
    </dgm:pt>
    <dgm:pt modelId="{DE66662C-20F0-48B1-A57F-2C5F8713811A}">
      <dgm:prSet/>
      <dgm:spPr/>
      <dgm:t>
        <a:bodyPr/>
        <a:lstStyle/>
        <a:p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nhất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Thời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gian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trưng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bày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với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phòng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RTM, Hiệu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quả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KD</a:t>
          </a:r>
        </a:p>
      </dgm:t>
    </dgm:pt>
    <dgm:pt modelId="{B653B1FC-5821-4AB9-8589-113D56FBE3B0}" type="parTrans" cxnId="{D5B82CEB-14A5-4468-A5F6-85417DD6A8F5}">
      <dgm:prSet/>
      <dgm:spPr/>
      <dgm:t>
        <a:bodyPr/>
        <a:lstStyle/>
        <a:p>
          <a:endParaRPr lang="en-US"/>
        </a:p>
      </dgm:t>
    </dgm:pt>
    <dgm:pt modelId="{AF350934-31DC-4123-9B00-49A82B2AD7DB}" type="sibTrans" cxnId="{D5B82CEB-14A5-4468-A5F6-85417DD6A8F5}">
      <dgm:prSet/>
      <dgm:spPr/>
      <dgm:t>
        <a:bodyPr/>
        <a:lstStyle/>
        <a:p>
          <a:endParaRPr lang="en-US"/>
        </a:p>
      </dgm:t>
    </dgm:pt>
    <dgm:pt modelId="{F22C4542-43DA-4026-914A-14C5210ADB32}">
      <dgm:prSet custT="1"/>
      <dgm:spPr/>
      <dgm:t>
        <a:bodyPr/>
        <a:lstStyle/>
        <a:p>
          <a:r>
            <a:rPr lang="en-US" sz="1400" b="1" i="1" dirty="0">
              <a:solidFill>
                <a:schemeClr val="bg1"/>
              </a:solidFill>
              <a:latin typeface="+mn-lt"/>
              <a:cs typeface="Arial" panose="020B0604020202020204" pitchFamily="34" charset="0"/>
            </a:rPr>
            <a:t>STEP 4</a:t>
          </a:r>
        </a:p>
      </dgm:t>
    </dgm:pt>
    <dgm:pt modelId="{E0914B9E-70CA-4583-906B-D5CCFB4F5EE4}" type="parTrans" cxnId="{03AA9106-805F-4F8A-B695-283EB8ED4B24}">
      <dgm:prSet/>
      <dgm:spPr/>
      <dgm:t>
        <a:bodyPr/>
        <a:lstStyle/>
        <a:p>
          <a:endParaRPr lang="en-US"/>
        </a:p>
      </dgm:t>
    </dgm:pt>
    <dgm:pt modelId="{0B5CE281-3DE0-4A65-A477-CEBB69922635}" type="sibTrans" cxnId="{03AA9106-805F-4F8A-B695-283EB8ED4B24}">
      <dgm:prSet/>
      <dgm:spPr/>
      <dgm:t>
        <a:bodyPr/>
        <a:lstStyle/>
        <a:p>
          <a:endParaRPr lang="en-US"/>
        </a:p>
      </dgm:t>
    </dgm:pt>
    <dgm:pt modelId="{71919D25-83C5-4C77-9A95-C8BDC97E769E}">
      <dgm:prSet custT="1"/>
      <dgm:spPr/>
      <dgm:t>
        <a:bodyPr/>
        <a:lstStyle/>
        <a:p>
          <a:r>
            <a:rPr lang="en-US" sz="1400" b="1" i="1" dirty="0">
              <a:solidFill>
                <a:schemeClr val="bg1"/>
              </a:solidFill>
              <a:latin typeface="+mn-lt"/>
              <a:cs typeface="Arial" panose="020B0604020202020204" pitchFamily="34" charset="0"/>
            </a:rPr>
            <a:t>STEP 5</a:t>
          </a:r>
        </a:p>
      </dgm:t>
    </dgm:pt>
    <dgm:pt modelId="{1A2225FC-5AA7-4D9A-8519-F4F1671DA6FC}" type="parTrans" cxnId="{4C0413EF-C4AA-4427-B653-60810EEC0A83}">
      <dgm:prSet/>
      <dgm:spPr/>
      <dgm:t>
        <a:bodyPr/>
        <a:lstStyle/>
        <a:p>
          <a:endParaRPr lang="en-US"/>
        </a:p>
      </dgm:t>
    </dgm:pt>
    <dgm:pt modelId="{622ECC6A-10FC-4B84-B920-84B08B404EB9}" type="sibTrans" cxnId="{4C0413EF-C4AA-4427-B653-60810EEC0A83}">
      <dgm:prSet/>
      <dgm:spPr/>
      <dgm:t>
        <a:bodyPr/>
        <a:lstStyle/>
        <a:p>
          <a:endParaRPr lang="en-US"/>
        </a:p>
      </dgm:t>
    </dgm:pt>
    <dgm:pt modelId="{BEB0B33F-56BE-4C92-9C94-120369D80211}">
      <dgm:prSet/>
      <dgm:spPr/>
      <dgm:t>
        <a:bodyPr/>
        <a:lstStyle/>
        <a:p>
          <a:r>
            <a: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Let’s make it right impact</a:t>
          </a:r>
          <a:endParaRPr lang="en-US" dirty="0"/>
        </a:p>
      </dgm:t>
    </dgm:pt>
    <dgm:pt modelId="{42376C38-26C4-4CD0-8E0B-404D7827753C}" type="parTrans" cxnId="{EC628AF3-9D06-44AD-A00D-4820F9242110}">
      <dgm:prSet/>
      <dgm:spPr/>
      <dgm:t>
        <a:bodyPr/>
        <a:lstStyle/>
        <a:p>
          <a:endParaRPr lang="en-US"/>
        </a:p>
      </dgm:t>
    </dgm:pt>
    <dgm:pt modelId="{5A70A3E7-31F6-4FEB-A796-B434591160A4}" type="sibTrans" cxnId="{EC628AF3-9D06-44AD-A00D-4820F9242110}">
      <dgm:prSet/>
      <dgm:spPr/>
      <dgm:t>
        <a:bodyPr/>
        <a:lstStyle/>
        <a:p>
          <a:endParaRPr lang="en-US"/>
        </a:p>
      </dgm:t>
    </dgm:pt>
    <dgm:pt modelId="{23DF39FE-5AF7-4A86-98CA-B31FE627D4AC}">
      <dgm:prSet/>
      <dgm:spPr/>
      <dgm:t>
        <a:bodyPr/>
        <a:lstStyle/>
        <a:p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Thực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hiện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trưng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bày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ấn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tượng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35A3ADD7-AB15-4E99-BEA8-D59970689AAC}" type="parTrans" cxnId="{40AB70EC-DDC7-4E0A-8FD8-0B1AC4A4019C}">
      <dgm:prSet/>
      <dgm:spPr/>
      <dgm:t>
        <a:bodyPr/>
        <a:lstStyle/>
        <a:p>
          <a:endParaRPr lang="en-US"/>
        </a:p>
      </dgm:t>
    </dgm:pt>
    <dgm:pt modelId="{6946F330-8F6D-4509-BAE6-B89DA8717B92}" type="sibTrans" cxnId="{40AB70EC-DDC7-4E0A-8FD8-0B1AC4A4019C}">
      <dgm:prSet/>
      <dgm:spPr/>
      <dgm:t>
        <a:bodyPr/>
        <a:lstStyle/>
        <a:p>
          <a:endParaRPr lang="en-US"/>
        </a:p>
      </dgm:t>
    </dgm:pt>
    <dgm:pt modelId="{036A7941-7314-429B-96C2-8A9A7C5462A4}">
      <dgm:prSet/>
      <dgm:spPr/>
      <dgm:t>
        <a:bodyPr/>
        <a:lstStyle/>
        <a:p>
          <a:r>
            <a: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Update standard report &amp; process payment</a:t>
          </a:r>
          <a:endParaRPr lang="en-US" dirty="0"/>
        </a:p>
      </dgm:t>
    </dgm:pt>
    <dgm:pt modelId="{9FE413A4-D21F-419B-B214-E7DA42EC177E}" type="parTrans" cxnId="{CEBD6657-3ACD-472F-8733-50DDFCEB1E15}">
      <dgm:prSet/>
      <dgm:spPr/>
      <dgm:t>
        <a:bodyPr/>
        <a:lstStyle/>
        <a:p>
          <a:endParaRPr lang="en-US"/>
        </a:p>
      </dgm:t>
    </dgm:pt>
    <dgm:pt modelId="{F0C8DAA4-C24A-4CB3-95F4-9D835458B4A7}" type="sibTrans" cxnId="{CEBD6657-3ACD-472F-8733-50DDFCEB1E15}">
      <dgm:prSet/>
      <dgm:spPr/>
      <dgm:t>
        <a:bodyPr/>
        <a:lstStyle/>
        <a:p>
          <a:endParaRPr lang="en-US"/>
        </a:p>
      </dgm:t>
    </dgm:pt>
    <dgm:pt modelId="{1ACA2C72-9860-4149-80F9-0F6539A8F5DA}">
      <dgm:prSet/>
      <dgm:spPr/>
      <dgm:t>
        <a:bodyPr/>
        <a:lstStyle/>
        <a:p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Cập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nhật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báo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cáo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chuẩn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tiến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hành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quy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trình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trả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thưởng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52115426-4BA8-4AF5-9A08-BACBDEAC4E74}" type="parTrans" cxnId="{D20E745D-A855-4330-9696-9A1BF52F51AD}">
      <dgm:prSet/>
      <dgm:spPr/>
      <dgm:t>
        <a:bodyPr/>
        <a:lstStyle/>
        <a:p>
          <a:endParaRPr lang="en-US"/>
        </a:p>
      </dgm:t>
    </dgm:pt>
    <dgm:pt modelId="{0134D274-DCEA-4DE9-AC4C-42CD35D81043}" type="sibTrans" cxnId="{D20E745D-A855-4330-9696-9A1BF52F51AD}">
      <dgm:prSet/>
      <dgm:spPr/>
      <dgm:t>
        <a:bodyPr/>
        <a:lstStyle/>
        <a:p>
          <a:endParaRPr lang="en-US"/>
        </a:p>
      </dgm:t>
    </dgm:pt>
    <dgm:pt modelId="{A75EE5E7-A175-40B7-87FE-67D18CED5483}">
      <dgm:prSet phldrT="[Text]"/>
      <dgm:spPr/>
      <dgm:t>
        <a:bodyPr/>
        <a:lstStyle/>
        <a:p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Chọn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đúng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Cửa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trưng</a:t>
          </a:r>
          <a:r>
            <a:rPr lang="en-US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i="1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bày</a:t>
          </a:r>
          <a:endParaRPr lang="en-US" dirty="0"/>
        </a:p>
      </dgm:t>
    </dgm:pt>
    <dgm:pt modelId="{7D8362A0-C82A-428E-9292-B96CD251D013}" type="parTrans" cxnId="{6269209A-BE98-4F8C-B1A1-0A3DE3FAC674}">
      <dgm:prSet/>
      <dgm:spPr/>
      <dgm:t>
        <a:bodyPr/>
        <a:lstStyle/>
        <a:p>
          <a:endParaRPr lang="en-US"/>
        </a:p>
      </dgm:t>
    </dgm:pt>
    <dgm:pt modelId="{59DC85A4-542B-46F0-AD15-07BA06074A46}" type="sibTrans" cxnId="{6269209A-BE98-4F8C-B1A1-0A3DE3FAC674}">
      <dgm:prSet/>
      <dgm:spPr/>
      <dgm:t>
        <a:bodyPr/>
        <a:lstStyle/>
        <a:p>
          <a:endParaRPr lang="en-US"/>
        </a:p>
      </dgm:t>
    </dgm:pt>
    <dgm:pt modelId="{9A1A5BFE-9971-4564-AB35-BE42488ED9B3}" type="pres">
      <dgm:prSet presAssocID="{C04F47FD-F7E1-4B30-AD9E-A93A98169FB5}" presName="linearFlow" presStyleCnt="0">
        <dgm:presLayoutVars>
          <dgm:dir/>
          <dgm:animLvl val="lvl"/>
          <dgm:resizeHandles val="exact"/>
        </dgm:presLayoutVars>
      </dgm:prSet>
      <dgm:spPr/>
    </dgm:pt>
    <dgm:pt modelId="{3C3115C8-8E8B-4EFD-9724-8D6400536C58}" type="pres">
      <dgm:prSet presAssocID="{CB7B4906-3B4D-4E47-B143-CA5527A5A8E8}" presName="composite" presStyleCnt="0"/>
      <dgm:spPr/>
    </dgm:pt>
    <dgm:pt modelId="{F205F1A6-B7A4-4741-99E0-55A26B6B5352}" type="pres">
      <dgm:prSet presAssocID="{CB7B4906-3B4D-4E47-B143-CA5527A5A8E8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EB0423F9-C9C7-4B19-8831-1FF549108B8A}" type="pres">
      <dgm:prSet presAssocID="{CB7B4906-3B4D-4E47-B143-CA5527A5A8E8}" presName="descendantText" presStyleLbl="alignAcc1" presStyleIdx="0" presStyleCnt="5">
        <dgm:presLayoutVars>
          <dgm:bulletEnabled val="1"/>
        </dgm:presLayoutVars>
      </dgm:prSet>
      <dgm:spPr/>
    </dgm:pt>
    <dgm:pt modelId="{E512C35E-5E43-4963-BD46-3F6DB2198761}" type="pres">
      <dgm:prSet presAssocID="{719EEC30-3D93-415E-A6B0-C6DD1C2B780F}" presName="sp" presStyleCnt="0"/>
      <dgm:spPr/>
    </dgm:pt>
    <dgm:pt modelId="{A9AD9C23-F9EC-431E-817F-735C9B59FA3D}" type="pres">
      <dgm:prSet presAssocID="{D142FAED-496A-4A38-A7B3-E6668402D89C}" presName="composite" presStyleCnt="0"/>
      <dgm:spPr/>
    </dgm:pt>
    <dgm:pt modelId="{B0DBE9AA-B23C-409B-A2CA-AC4A4816F0F6}" type="pres">
      <dgm:prSet presAssocID="{D142FAED-496A-4A38-A7B3-E6668402D89C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0A40D43C-3897-4C5D-BA0D-2E2005FF0231}" type="pres">
      <dgm:prSet presAssocID="{D142FAED-496A-4A38-A7B3-E6668402D89C}" presName="descendantText" presStyleLbl="alignAcc1" presStyleIdx="1" presStyleCnt="5" custLinFactNeighborX="-79" custLinFactNeighborY="-2050">
        <dgm:presLayoutVars>
          <dgm:bulletEnabled val="1"/>
        </dgm:presLayoutVars>
      </dgm:prSet>
      <dgm:spPr/>
    </dgm:pt>
    <dgm:pt modelId="{FEC023C5-412F-4080-9FF7-6887C0EB205D}" type="pres">
      <dgm:prSet presAssocID="{8AE08EA2-97FC-484C-B41E-E77AA25C294E}" presName="sp" presStyleCnt="0"/>
      <dgm:spPr/>
    </dgm:pt>
    <dgm:pt modelId="{48F37F48-243B-46AC-A5D7-100C555DD998}" type="pres">
      <dgm:prSet presAssocID="{13E21E3D-2FD1-4E72-A20E-EC5E4082D54A}" presName="composite" presStyleCnt="0"/>
      <dgm:spPr/>
    </dgm:pt>
    <dgm:pt modelId="{1DA79632-B0D6-4215-8C11-6391B2B45D57}" type="pres">
      <dgm:prSet presAssocID="{13E21E3D-2FD1-4E72-A20E-EC5E4082D54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83949264-B683-43F9-8507-F2A1C6F8C83F}" type="pres">
      <dgm:prSet presAssocID="{13E21E3D-2FD1-4E72-A20E-EC5E4082D54A}" presName="descendantText" presStyleLbl="alignAcc1" presStyleIdx="2" presStyleCnt="5">
        <dgm:presLayoutVars>
          <dgm:bulletEnabled val="1"/>
        </dgm:presLayoutVars>
      </dgm:prSet>
      <dgm:spPr/>
    </dgm:pt>
    <dgm:pt modelId="{29B238D4-BAA1-487B-9F0C-CDDDDCFA2F80}" type="pres">
      <dgm:prSet presAssocID="{A3575199-228A-4079-BF67-1218FD79A7B8}" presName="sp" presStyleCnt="0"/>
      <dgm:spPr/>
    </dgm:pt>
    <dgm:pt modelId="{4004F21B-8E89-414B-89D9-A7A4A740ECE8}" type="pres">
      <dgm:prSet presAssocID="{F22C4542-43DA-4026-914A-14C5210ADB32}" presName="composite" presStyleCnt="0"/>
      <dgm:spPr/>
    </dgm:pt>
    <dgm:pt modelId="{7BA4394A-D052-4A6D-AA17-E29B8725B0AF}" type="pres">
      <dgm:prSet presAssocID="{F22C4542-43DA-4026-914A-14C5210ADB32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81C049E6-5425-4AF3-81CC-ED6BD845984D}" type="pres">
      <dgm:prSet presAssocID="{F22C4542-43DA-4026-914A-14C5210ADB32}" presName="descendantText" presStyleLbl="alignAcc1" presStyleIdx="3" presStyleCnt="5">
        <dgm:presLayoutVars>
          <dgm:bulletEnabled val="1"/>
        </dgm:presLayoutVars>
      </dgm:prSet>
      <dgm:spPr/>
    </dgm:pt>
    <dgm:pt modelId="{336CC357-3E6F-49E9-8906-AB103B0B4C31}" type="pres">
      <dgm:prSet presAssocID="{0B5CE281-3DE0-4A65-A477-CEBB69922635}" presName="sp" presStyleCnt="0"/>
      <dgm:spPr/>
    </dgm:pt>
    <dgm:pt modelId="{F0DD299A-6AA2-468E-BEF5-C2E5E5A4AD48}" type="pres">
      <dgm:prSet presAssocID="{71919D25-83C5-4C77-9A95-C8BDC97E769E}" presName="composite" presStyleCnt="0"/>
      <dgm:spPr/>
    </dgm:pt>
    <dgm:pt modelId="{7527FE12-6575-453A-958D-513B84A0BB4F}" type="pres">
      <dgm:prSet presAssocID="{71919D25-83C5-4C77-9A95-C8BDC97E769E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408980A7-FD7A-41C6-B07C-E1F516F8ADB6}" type="pres">
      <dgm:prSet presAssocID="{71919D25-83C5-4C77-9A95-C8BDC97E769E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03AA9106-805F-4F8A-B695-283EB8ED4B24}" srcId="{C04F47FD-F7E1-4B30-AD9E-A93A98169FB5}" destId="{F22C4542-43DA-4026-914A-14C5210ADB32}" srcOrd="3" destOrd="0" parTransId="{E0914B9E-70CA-4583-906B-D5CCFB4F5EE4}" sibTransId="{0B5CE281-3DE0-4A65-A477-CEBB69922635}"/>
    <dgm:cxn modelId="{4DACA50E-DBF8-4F89-A368-67325AE3D61B}" type="presOf" srcId="{A75EE5E7-A175-40B7-87FE-67D18CED5483}" destId="{EB0423F9-C9C7-4B19-8831-1FF549108B8A}" srcOrd="0" destOrd="1" presId="urn:microsoft.com/office/officeart/2005/8/layout/chevron2"/>
    <dgm:cxn modelId="{F41A1212-C249-4D0A-95EA-76E75357C172}" type="presOf" srcId="{DE66662C-20F0-48B1-A57F-2C5F8713811A}" destId="{83949264-B683-43F9-8507-F2A1C6F8C83F}" srcOrd="0" destOrd="1" presId="urn:microsoft.com/office/officeart/2005/8/layout/chevron2"/>
    <dgm:cxn modelId="{DDA76F14-3C77-43FC-B784-25FBF0899092}" srcId="{C04F47FD-F7E1-4B30-AD9E-A93A98169FB5}" destId="{13E21E3D-2FD1-4E72-A20E-EC5E4082D54A}" srcOrd="2" destOrd="0" parTransId="{78F3028D-6839-4065-AA7D-8422C5F02A56}" sibTransId="{A3575199-228A-4079-BF67-1218FD79A7B8}"/>
    <dgm:cxn modelId="{866B9316-825E-46E2-988B-E55C15BB5AF7}" srcId="{C04F47FD-F7E1-4B30-AD9E-A93A98169FB5}" destId="{CB7B4906-3B4D-4E47-B143-CA5527A5A8E8}" srcOrd="0" destOrd="0" parTransId="{F71BCBF4-69FC-4DB1-89B7-BB8E0D2E772D}" sibTransId="{719EEC30-3D93-415E-A6B0-C6DD1C2B780F}"/>
    <dgm:cxn modelId="{4ACE5A2D-8A95-4023-963C-91915DD86C45}" type="presOf" srcId="{036A7941-7314-429B-96C2-8A9A7C5462A4}" destId="{408980A7-FD7A-41C6-B07C-E1F516F8ADB6}" srcOrd="0" destOrd="0" presId="urn:microsoft.com/office/officeart/2005/8/layout/chevron2"/>
    <dgm:cxn modelId="{D33B5430-77A6-4C53-97D9-400AC5F4568F}" type="presOf" srcId="{23DF39FE-5AF7-4A86-98CA-B31FE627D4AC}" destId="{81C049E6-5425-4AF3-81CC-ED6BD845984D}" srcOrd="0" destOrd="1" presId="urn:microsoft.com/office/officeart/2005/8/layout/chevron2"/>
    <dgm:cxn modelId="{D20E745D-A855-4330-9696-9A1BF52F51AD}" srcId="{71919D25-83C5-4C77-9A95-C8BDC97E769E}" destId="{1ACA2C72-9860-4149-80F9-0F6539A8F5DA}" srcOrd="1" destOrd="0" parTransId="{52115426-4BA8-4AF5-9A08-BACBDEAC4E74}" sibTransId="{0134D274-DCEA-4DE9-AC4C-42CD35D81043}"/>
    <dgm:cxn modelId="{69995F48-33D9-40C5-867D-E1F5947C8E2F}" type="presOf" srcId="{DE16BC99-6D8C-47BC-B2ED-3FD2E5671F8D}" destId="{83949264-B683-43F9-8507-F2A1C6F8C83F}" srcOrd="0" destOrd="0" presId="urn:microsoft.com/office/officeart/2005/8/layout/chevron2"/>
    <dgm:cxn modelId="{8DCC564C-2FE3-4A7C-9455-AEA77D87434B}" type="presOf" srcId="{C04F47FD-F7E1-4B30-AD9E-A93A98169FB5}" destId="{9A1A5BFE-9971-4564-AB35-BE42488ED9B3}" srcOrd="0" destOrd="0" presId="urn:microsoft.com/office/officeart/2005/8/layout/chevron2"/>
    <dgm:cxn modelId="{63043871-3FFC-41F3-9C56-6758C7FCE271}" type="presOf" srcId="{1ACA2C72-9860-4149-80F9-0F6539A8F5DA}" destId="{408980A7-FD7A-41C6-B07C-E1F516F8ADB6}" srcOrd="0" destOrd="1" presId="urn:microsoft.com/office/officeart/2005/8/layout/chevron2"/>
    <dgm:cxn modelId="{CEBD6657-3ACD-472F-8733-50DDFCEB1E15}" srcId="{71919D25-83C5-4C77-9A95-C8BDC97E769E}" destId="{036A7941-7314-429B-96C2-8A9A7C5462A4}" srcOrd="0" destOrd="0" parTransId="{9FE413A4-D21F-419B-B214-E7DA42EC177E}" sibTransId="{F0C8DAA4-C24A-4CB3-95F4-9D835458B4A7}"/>
    <dgm:cxn modelId="{13B1DB57-88B1-4911-BF3E-EDFDA1E0B439}" type="presOf" srcId="{93731CE8-3C7E-48A7-9EA8-2CF570BC180B}" destId="{EB0423F9-C9C7-4B19-8831-1FF549108B8A}" srcOrd="0" destOrd="0" presId="urn:microsoft.com/office/officeart/2005/8/layout/chevron2"/>
    <dgm:cxn modelId="{51E96884-76F0-4713-9318-3B395F8E1368}" type="presOf" srcId="{13E21E3D-2FD1-4E72-A20E-EC5E4082D54A}" destId="{1DA79632-B0D6-4215-8C11-6391B2B45D57}" srcOrd="0" destOrd="0" presId="urn:microsoft.com/office/officeart/2005/8/layout/chevron2"/>
    <dgm:cxn modelId="{3A126F86-28CD-4C60-B3F0-8F7A5182A9A8}" type="presOf" srcId="{0B810233-BCEC-4171-B25B-CC69E061204C}" destId="{0A40D43C-3897-4C5D-BA0D-2E2005FF0231}" srcOrd="0" destOrd="1" presId="urn:microsoft.com/office/officeart/2005/8/layout/chevron2"/>
    <dgm:cxn modelId="{C3662395-CABA-4B05-A146-7431D148FCDF}" srcId="{D142FAED-496A-4A38-A7B3-E6668402D89C}" destId="{0B810233-BCEC-4171-B25B-CC69E061204C}" srcOrd="1" destOrd="0" parTransId="{63E69BE4-F0BA-42C2-AAB0-D17D6679B454}" sibTransId="{1E1C3F35-2E91-4510-B7B9-0594B6802205}"/>
    <dgm:cxn modelId="{6269209A-BE98-4F8C-B1A1-0A3DE3FAC674}" srcId="{CB7B4906-3B4D-4E47-B143-CA5527A5A8E8}" destId="{A75EE5E7-A175-40B7-87FE-67D18CED5483}" srcOrd="1" destOrd="0" parTransId="{7D8362A0-C82A-428E-9292-B96CD251D013}" sibTransId="{59DC85A4-542B-46F0-AD15-07BA06074A46}"/>
    <dgm:cxn modelId="{36973DAD-7CC5-465E-867C-C4F738E5FBD5}" type="presOf" srcId="{CB7B4906-3B4D-4E47-B143-CA5527A5A8E8}" destId="{F205F1A6-B7A4-4741-99E0-55A26B6B5352}" srcOrd="0" destOrd="0" presId="urn:microsoft.com/office/officeart/2005/8/layout/chevron2"/>
    <dgm:cxn modelId="{3A7D96C1-B723-48FC-BEA3-AE4A506CAD69}" type="presOf" srcId="{D142FAED-496A-4A38-A7B3-E6668402D89C}" destId="{B0DBE9AA-B23C-409B-A2CA-AC4A4816F0F6}" srcOrd="0" destOrd="0" presId="urn:microsoft.com/office/officeart/2005/8/layout/chevron2"/>
    <dgm:cxn modelId="{F9F6FBC2-9B84-4C67-ACD0-BD8A0DC031BD}" srcId="{13E21E3D-2FD1-4E72-A20E-EC5E4082D54A}" destId="{DE16BC99-6D8C-47BC-B2ED-3FD2E5671F8D}" srcOrd="0" destOrd="0" parTransId="{97346543-205E-41F0-8B69-17777D583E0E}" sibTransId="{F7A728FA-E54A-4B2B-8679-76F70C95AC9E}"/>
    <dgm:cxn modelId="{80E19BC4-AA75-4CAE-81B6-3C1738BFA2FA}" type="presOf" srcId="{BEB0B33F-56BE-4C92-9C94-120369D80211}" destId="{81C049E6-5425-4AF3-81CC-ED6BD845984D}" srcOrd="0" destOrd="0" presId="urn:microsoft.com/office/officeart/2005/8/layout/chevron2"/>
    <dgm:cxn modelId="{F857B5C8-4517-486B-A5D8-3CAE37EB9485}" type="presOf" srcId="{6DBCCB78-E355-4CBD-8EE4-D20DADF06A26}" destId="{0A40D43C-3897-4C5D-BA0D-2E2005FF0231}" srcOrd="0" destOrd="0" presId="urn:microsoft.com/office/officeart/2005/8/layout/chevron2"/>
    <dgm:cxn modelId="{771398CC-5213-4115-AFCC-AC67C817FB06}" type="presOf" srcId="{71919D25-83C5-4C77-9A95-C8BDC97E769E}" destId="{7527FE12-6575-453A-958D-513B84A0BB4F}" srcOrd="0" destOrd="0" presId="urn:microsoft.com/office/officeart/2005/8/layout/chevron2"/>
    <dgm:cxn modelId="{C99741D3-CEE5-431F-A2F1-6A641A665911}" srcId="{C04F47FD-F7E1-4B30-AD9E-A93A98169FB5}" destId="{D142FAED-496A-4A38-A7B3-E6668402D89C}" srcOrd="1" destOrd="0" parTransId="{8E454F78-E69D-46D7-A217-9DEB48137603}" sibTransId="{8AE08EA2-97FC-484C-B41E-E77AA25C294E}"/>
    <dgm:cxn modelId="{7A84EDE0-1A2A-4D2A-A477-5516318438F7}" type="presOf" srcId="{F22C4542-43DA-4026-914A-14C5210ADB32}" destId="{7BA4394A-D052-4A6D-AA17-E29B8725B0AF}" srcOrd="0" destOrd="0" presId="urn:microsoft.com/office/officeart/2005/8/layout/chevron2"/>
    <dgm:cxn modelId="{565DBAE7-3077-49D2-B58C-07490DE3F3B7}" srcId="{CB7B4906-3B4D-4E47-B143-CA5527A5A8E8}" destId="{93731CE8-3C7E-48A7-9EA8-2CF570BC180B}" srcOrd="0" destOrd="0" parTransId="{BF307223-344A-4438-A51B-62CAE3C2B767}" sibTransId="{CB496310-11F9-4FD5-BBE1-B7B8D4EA810D}"/>
    <dgm:cxn modelId="{D5B82CEB-14A5-4468-A5F6-85417DD6A8F5}" srcId="{13E21E3D-2FD1-4E72-A20E-EC5E4082D54A}" destId="{DE66662C-20F0-48B1-A57F-2C5F8713811A}" srcOrd="1" destOrd="0" parTransId="{B653B1FC-5821-4AB9-8589-113D56FBE3B0}" sibTransId="{AF350934-31DC-4123-9B00-49A82B2AD7DB}"/>
    <dgm:cxn modelId="{40AB70EC-DDC7-4E0A-8FD8-0B1AC4A4019C}" srcId="{F22C4542-43DA-4026-914A-14C5210ADB32}" destId="{23DF39FE-5AF7-4A86-98CA-B31FE627D4AC}" srcOrd="1" destOrd="0" parTransId="{35A3ADD7-AB15-4E99-BEA8-D59970689AAC}" sibTransId="{6946F330-8F6D-4509-BAE6-B89DA8717B92}"/>
    <dgm:cxn modelId="{4C0413EF-C4AA-4427-B653-60810EEC0A83}" srcId="{C04F47FD-F7E1-4B30-AD9E-A93A98169FB5}" destId="{71919D25-83C5-4C77-9A95-C8BDC97E769E}" srcOrd="4" destOrd="0" parTransId="{1A2225FC-5AA7-4D9A-8519-F4F1671DA6FC}" sibTransId="{622ECC6A-10FC-4B84-B920-84B08B404EB9}"/>
    <dgm:cxn modelId="{EC628AF3-9D06-44AD-A00D-4820F9242110}" srcId="{F22C4542-43DA-4026-914A-14C5210ADB32}" destId="{BEB0B33F-56BE-4C92-9C94-120369D80211}" srcOrd="0" destOrd="0" parTransId="{42376C38-26C4-4CD0-8E0B-404D7827753C}" sibTransId="{5A70A3E7-31F6-4FEB-A796-B434591160A4}"/>
    <dgm:cxn modelId="{CC0FB4FF-9FA8-4F2B-B61D-1B41A3693A44}" srcId="{D142FAED-496A-4A38-A7B3-E6668402D89C}" destId="{6DBCCB78-E355-4CBD-8EE4-D20DADF06A26}" srcOrd="0" destOrd="0" parTransId="{0269EDA7-6340-4A98-A0C9-77F93B60A83E}" sibTransId="{61B349C8-B0C1-40F1-A8F1-D1A1BEE9A28A}"/>
    <dgm:cxn modelId="{56F05EF0-9517-44F5-8F1C-A6ABA9C333FD}" type="presParOf" srcId="{9A1A5BFE-9971-4564-AB35-BE42488ED9B3}" destId="{3C3115C8-8E8B-4EFD-9724-8D6400536C58}" srcOrd="0" destOrd="0" presId="urn:microsoft.com/office/officeart/2005/8/layout/chevron2"/>
    <dgm:cxn modelId="{D6D504AE-C0BE-405F-83B4-32429ACB5D41}" type="presParOf" srcId="{3C3115C8-8E8B-4EFD-9724-8D6400536C58}" destId="{F205F1A6-B7A4-4741-99E0-55A26B6B5352}" srcOrd="0" destOrd="0" presId="urn:microsoft.com/office/officeart/2005/8/layout/chevron2"/>
    <dgm:cxn modelId="{1F8695E1-7253-4223-B350-2D47AED628C1}" type="presParOf" srcId="{3C3115C8-8E8B-4EFD-9724-8D6400536C58}" destId="{EB0423F9-C9C7-4B19-8831-1FF549108B8A}" srcOrd="1" destOrd="0" presId="urn:microsoft.com/office/officeart/2005/8/layout/chevron2"/>
    <dgm:cxn modelId="{FD60CC46-5AF0-4E71-B6C0-03B287ADAC1F}" type="presParOf" srcId="{9A1A5BFE-9971-4564-AB35-BE42488ED9B3}" destId="{E512C35E-5E43-4963-BD46-3F6DB2198761}" srcOrd="1" destOrd="0" presId="urn:microsoft.com/office/officeart/2005/8/layout/chevron2"/>
    <dgm:cxn modelId="{8F334452-D4E0-45DC-9321-78DF6AD3D412}" type="presParOf" srcId="{9A1A5BFE-9971-4564-AB35-BE42488ED9B3}" destId="{A9AD9C23-F9EC-431E-817F-735C9B59FA3D}" srcOrd="2" destOrd="0" presId="urn:microsoft.com/office/officeart/2005/8/layout/chevron2"/>
    <dgm:cxn modelId="{0460CD07-5154-4FD1-B528-769796BB32C3}" type="presParOf" srcId="{A9AD9C23-F9EC-431E-817F-735C9B59FA3D}" destId="{B0DBE9AA-B23C-409B-A2CA-AC4A4816F0F6}" srcOrd="0" destOrd="0" presId="urn:microsoft.com/office/officeart/2005/8/layout/chevron2"/>
    <dgm:cxn modelId="{725EB844-B016-4E75-9EDA-23714B217BBD}" type="presParOf" srcId="{A9AD9C23-F9EC-431E-817F-735C9B59FA3D}" destId="{0A40D43C-3897-4C5D-BA0D-2E2005FF0231}" srcOrd="1" destOrd="0" presId="urn:microsoft.com/office/officeart/2005/8/layout/chevron2"/>
    <dgm:cxn modelId="{432087E9-9DA2-4991-8DAB-85C74236C4C8}" type="presParOf" srcId="{9A1A5BFE-9971-4564-AB35-BE42488ED9B3}" destId="{FEC023C5-412F-4080-9FF7-6887C0EB205D}" srcOrd="3" destOrd="0" presId="urn:microsoft.com/office/officeart/2005/8/layout/chevron2"/>
    <dgm:cxn modelId="{BE9EE4E2-E44B-4CA0-B770-C36D70D27CC0}" type="presParOf" srcId="{9A1A5BFE-9971-4564-AB35-BE42488ED9B3}" destId="{48F37F48-243B-46AC-A5D7-100C555DD998}" srcOrd="4" destOrd="0" presId="urn:microsoft.com/office/officeart/2005/8/layout/chevron2"/>
    <dgm:cxn modelId="{EE9ECD28-6158-451B-9678-0B2F66762821}" type="presParOf" srcId="{48F37F48-243B-46AC-A5D7-100C555DD998}" destId="{1DA79632-B0D6-4215-8C11-6391B2B45D57}" srcOrd="0" destOrd="0" presId="urn:microsoft.com/office/officeart/2005/8/layout/chevron2"/>
    <dgm:cxn modelId="{FC0388AE-8E80-4145-B2BE-C5D94BA9DA20}" type="presParOf" srcId="{48F37F48-243B-46AC-A5D7-100C555DD998}" destId="{83949264-B683-43F9-8507-F2A1C6F8C83F}" srcOrd="1" destOrd="0" presId="urn:microsoft.com/office/officeart/2005/8/layout/chevron2"/>
    <dgm:cxn modelId="{C0D1E2E0-2EF3-4075-BA62-A7E7EDDCC23C}" type="presParOf" srcId="{9A1A5BFE-9971-4564-AB35-BE42488ED9B3}" destId="{29B238D4-BAA1-487B-9F0C-CDDDDCFA2F80}" srcOrd="5" destOrd="0" presId="urn:microsoft.com/office/officeart/2005/8/layout/chevron2"/>
    <dgm:cxn modelId="{E007C0B8-9B34-4636-A514-9F24B05501A8}" type="presParOf" srcId="{9A1A5BFE-9971-4564-AB35-BE42488ED9B3}" destId="{4004F21B-8E89-414B-89D9-A7A4A740ECE8}" srcOrd="6" destOrd="0" presId="urn:microsoft.com/office/officeart/2005/8/layout/chevron2"/>
    <dgm:cxn modelId="{E4617341-C24B-4067-833D-0B0762059C08}" type="presParOf" srcId="{4004F21B-8E89-414B-89D9-A7A4A740ECE8}" destId="{7BA4394A-D052-4A6D-AA17-E29B8725B0AF}" srcOrd="0" destOrd="0" presId="urn:microsoft.com/office/officeart/2005/8/layout/chevron2"/>
    <dgm:cxn modelId="{922A7B83-466F-4AFA-A4BD-3B7F06FC5C00}" type="presParOf" srcId="{4004F21B-8E89-414B-89D9-A7A4A740ECE8}" destId="{81C049E6-5425-4AF3-81CC-ED6BD845984D}" srcOrd="1" destOrd="0" presId="urn:microsoft.com/office/officeart/2005/8/layout/chevron2"/>
    <dgm:cxn modelId="{B2DF442A-CB96-4419-B3AA-6E49B2C383FD}" type="presParOf" srcId="{9A1A5BFE-9971-4564-AB35-BE42488ED9B3}" destId="{336CC357-3E6F-49E9-8906-AB103B0B4C31}" srcOrd="7" destOrd="0" presId="urn:microsoft.com/office/officeart/2005/8/layout/chevron2"/>
    <dgm:cxn modelId="{270C8573-AD98-4E95-B4BB-4872F888C73A}" type="presParOf" srcId="{9A1A5BFE-9971-4564-AB35-BE42488ED9B3}" destId="{F0DD299A-6AA2-468E-BEF5-C2E5E5A4AD48}" srcOrd="8" destOrd="0" presId="urn:microsoft.com/office/officeart/2005/8/layout/chevron2"/>
    <dgm:cxn modelId="{4F2C046A-FC6F-4713-8CD2-EDB488CFA3CE}" type="presParOf" srcId="{F0DD299A-6AA2-468E-BEF5-C2E5E5A4AD48}" destId="{7527FE12-6575-453A-958D-513B84A0BB4F}" srcOrd="0" destOrd="0" presId="urn:microsoft.com/office/officeart/2005/8/layout/chevron2"/>
    <dgm:cxn modelId="{143D525F-4979-411C-88CE-3B00F2BFE2EE}" type="presParOf" srcId="{F0DD299A-6AA2-468E-BEF5-C2E5E5A4AD48}" destId="{408980A7-FD7A-41C6-B07C-E1F516F8ADB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05F1A6-B7A4-4741-99E0-55A26B6B5352}">
      <dsp:nvSpPr>
        <dsp:cNvPr id="0" name=""/>
        <dsp:cNvSpPr/>
      </dsp:nvSpPr>
      <dsp:spPr>
        <a:xfrm rot="5400000">
          <a:off x="-145126" y="146075"/>
          <a:ext cx="967510" cy="67725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n-lt"/>
            </a:rPr>
            <a:t>STEP 1</a:t>
          </a:r>
        </a:p>
      </dsp:txBody>
      <dsp:txXfrm rot="-5400000">
        <a:off x="1" y="339578"/>
        <a:ext cx="677257" cy="290253"/>
      </dsp:txXfrm>
    </dsp:sp>
    <dsp:sp modelId="{EB0423F9-C9C7-4B19-8831-1FF549108B8A}">
      <dsp:nvSpPr>
        <dsp:cNvPr id="0" name=""/>
        <dsp:cNvSpPr/>
      </dsp:nvSpPr>
      <dsp:spPr>
        <a:xfrm rot="5400000">
          <a:off x="3847213" y="-3169007"/>
          <a:ext cx="628881" cy="69687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Select the right customer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Chọn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đúng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Cửa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hàng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trưng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bày</a:t>
          </a:r>
          <a:endParaRPr lang="en-US" sz="1800" kern="1200" dirty="0"/>
        </a:p>
      </dsp:txBody>
      <dsp:txXfrm rot="-5400000">
        <a:off x="677257" y="31648"/>
        <a:ext cx="6938095" cy="567483"/>
      </dsp:txXfrm>
    </dsp:sp>
    <dsp:sp modelId="{B0DBE9AA-B23C-409B-A2CA-AC4A4816F0F6}">
      <dsp:nvSpPr>
        <dsp:cNvPr id="0" name=""/>
        <dsp:cNvSpPr/>
      </dsp:nvSpPr>
      <dsp:spPr>
        <a:xfrm rot="5400000">
          <a:off x="-145126" y="994836"/>
          <a:ext cx="967510" cy="67725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n-lt"/>
            </a:rPr>
            <a:t>STEP 2</a:t>
          </a:r>
        </a:p>
      </dsp:txBody>
      <dsp:txXfrm rot="-5400000">
        <a:off x="1" y="1188339"/>
        <a:ext cx="677257" cy="290253"/>
      </dsp:txXfrm>
    </dsp:sp>
    <dsp:sp modelId="{0A40D43C-3897-4C5D-BA0D-2E2005FF0231}">
      <dsp:nvSpPr>
        <dsp:cNvPr id="0" name=""/>
        <dsp:cNvSpPr/>
      </dsp:nvSpPr>
      <dsp:spPr>
        <a:xfrm rot="5400000">
          <a:off x="3841708" y="-2333138"/>
          <a:ext cx="628881" cy="69687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Slect</a:t>
          </a:r>
          <a:r>
            <a:rPr lang="en-US" sz="1800" b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the best position, discuss to owners about rental fee.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Chọn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vị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trí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đẹp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thương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lượng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thuê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trưng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bày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 rot="-5400000">
        <a:off x="671752" y="867517"/>
        <a:ext cx="6938095" cy="567483"/>
      </dsp:txXfrm>
    </dsp:sp>
    <dsp:sp modelId="{1DA79632-B0D6-4215-8C11-6391B2B45D57}">
      <dsp:nvSpPr>
        <dsp:cNvPr id="0" name=""/>
        <dsp:cNvSpPr/>
      </dsp:nvSpPr>
      <dsp:spPr>
        <a:xfrm rot="5400000">
          <a:off x="-145126" y="1843597"/>
          <a:ext cx="967510" cy="677257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n-lt"/>
            </a:rPr>
            <a:t>STEP 3</a:t>
          </a:r>
        </a:p>
      </dsp:txBody>
      <dsp:txXfrm rot="-5400000">
        <a:off x="1" y="2037100"/>
        <a:ext cx="677257" cy="290253"/>
      </dsp:txXfrm>
    </dsp:sp>
    <dsp:sp modelId="{83949264-B683-43F9-8507-F2A1C6F8C83F}">
      <dsp:nvSpPr>
        <dsp:cNvPr id="0" name=""/>
        <dsp:cNvSpPr/>
      </dsp:nvSpPr>
      <dsp:spPr>
        <a:xfrm rot="5400000">
          <a:off x="3847213" y="-1471485"/>
          <a:ext cx="628881" cy="69687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Align with RTM, Sales Effectiveness to open shop display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Thống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nhất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Thời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gian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trưng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bày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với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phòng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RTM, Hiệu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quả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KD</a:t>
          </a:r>
        </a:p>
      </dsp:txBody>
      <dsp:txXfrm rot="-5400000">
        <a:off x="677257" y="1729170"/>
        <a:ext cx="6938095" cy="567483"/>
      </dsp:txXfrm>
    </dsp:sp>
    <dsp:sp modelId="{7BA4394A-D052-4A6D-AA17-E29B8725B0AF}">
      <dsp:nvSpPr>
        <dsp:cNvPr id="0" name=""/>
        <dsp:cNvSpPr/>
      </dsp:nvSpPr>
      <dsp:spPr>
        <a:xfrm rot="5400000">
          <a:off x="-145126" y="2692358"/>
          <a:ext cx="967510" cy="677257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solidFill>
                <a:schemeClr val="bg1"/>
              </a:solidFill>
              <a:latin typeface="+mn-lt"/>
              <a:cs typeface="Arial" panose="020B0604020202020204" pitchFamily="34" charset="0"/>
            </a:rPr>
            <a:t>STEP 4</a:t>
          </a:r>
        </a:p>
      </dsp:txBody>
      <dsp:txXfrm rot="-5400000">
        <a:off x="1" y="2885861"/>
        <a:ext cx="677257" cy="290253"/>
      </dsp:txXfrm>
    </dsp:sp>
    <dsp:sp modelId="{81C049E6-5425-4AF3-81CC-ED6BD845984D}">
      <dsp:nvSpPr>
        <dsp:cNvPr id="0" name=""/>
        <dsp:cNvSpPr/>
      </dsp:nvSpPr>
      <dsp:spPr>
        <a:xfrm rot="5400000">
          <a:off x="3847213" y="-622724"/>
          <a:ext cx="628881" cy="69687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Let’s make it right impact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Thực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hiện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trưng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bày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ấn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tượng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 rot="-5400000">
        <a:off x="677257" y="2577931"/>
        <a:ext cx="6938095" cy="567483"/>
      </dsp:txXfrm>
    </dsp:sp>
    <dsp:sp modelId="{7527FE12-6575-453A-958D-513B84A0BB4F}">
      <dsp:nvSpPr>
        <dsp:cNvPr id="0" name=""/>
        <dsp:cNvSpPr/>
      </dsp:nvSpPr>
      <dsp:spPr>
        <a:xfrm rot="5400000">
          <a:off x="-145126" y="3541119"/>
          <a:ext cx="967510" cy="677257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solidFill>
                <a:schemeClr val="bg1"/>
              </a:solidFill>
              <a:latin typeface="+mn-lt"/>
              <a:cs typeface="Arial" panose="020B0604020202020204" pitchFamily="34" charset="0"/>
            </a:rPr>
            <a:t>STEP 5</a:t>
          </a:r>
        </a:p>
      </dsp:txBody>
      <dsp:txXfrm rot="-5400000">
        <a:off x="1" y="3734622"/>
        <a:ext cx="677257" cy="290253"/>
      </dsp:txXfrm>
    </dsp:sp>
    <dsp:sp modelId="{408980A7-FD7A-41C6-B07C-E1F516F8ADB6}">
      <dsp:nvSpPr>
        <dsp:cNvPr id="0" name=""/>
        <dsp:cNvSpPr/>
      </dsp:nvSpPr>
      <dsp:spPr>
        <a:xfrm rot="5400000">
          <a:off x="3847213" y="226036"/>
          <a:ext cx="628881" cy="69687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Update standard report &amp; process payment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Cập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nhật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báo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cáo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tiêu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chuẩn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và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tiến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hành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quy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trình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trả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i="1" kern="1200" dirty="0" err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thưởng</a:t>
          </a:r>
          <a:r>
            <a:rPr lang="en-US" sz="1800" i="1" kern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 rot="-5400000">
        <a:off x="677257" y="3426692"/>
        <a:ext cx="6938095" cy="5674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DAFD9-3BC9-458C-BEC4-070A0FFD66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3B3B4-060E-4838-B389-2090F5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3FFF1-5A52-4B1F-BCC5-965931AB53BF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246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874B-078A-75D7-088E-344E7672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07E45-3DA1-7658-B624-6D917A878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0C87D-53E6-4CEB-FAD2-6CD43E58A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6973C-84B5-7EFD-DF62-0FD56C67E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91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C3F70-A943-EB12-6D03-794334FF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6D52C-C6CC-D2CA-98E3-4B8BB4B50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7CEAB-1F1C-F41E-E898-B6828C4A4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EB0DC-8438-0A3D-990E-C81CECD71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78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DA3EF-DAEF-1BC5-7386-42DF6DB3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A60EB-1BAA-9937-411E-B68F8803E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E95D0-BBE1-C00A-229B-399ED33B2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8970F-5413-889E-626A-4255EB5A3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B3B3B4-060E-4838-B389-2090F5E9E8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7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78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4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1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3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12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3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4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87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5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3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I Template Powerpoint W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388" y="0"/>
            <a:ext cx="9148388" cy="6858000"/>
          </a:xfrm>
          <a:prstGeom prst="rect">
            <a:avLst/>
          </a:prstGeom>
        </p:spPr>
      </p:pic>
      <p:sp>
        <p:nvSpPr>
          <p:cNvPr id="28" name="Text Placeholder 27"/>
          <p:cNvSpPr>
            <a:spLocks noGrp="1"/>
          </p:cNvSpPr>
          <p:nvPr>
            <p:ph type="body" sz="quarter" idx="12" hasCustomPrompt="1"/>
          </p:nvPr>
        </p:nvSpPr>
        <p:spPr>
          <a:xfrm>
            <a:off x="1083279" y="3318213"/>
            <a:ext cx="6966605" cy="649517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1" baseline="0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083279" y="3970980"/>
            <a:ext cx="6966605" cy="689113"/>
          </a:xfrm>
        </p:spPr>
        <p:txBody>
          <a:bodyPr anchor="ctr">
            <a:noAutofit/>
          </a:bodyPr>
          <a:lstStyle>
            <a:lvl1pPr marL="0" indent="0" algn="ctr">
              <a:buNone/>
              <a:defRPr sz="2700" b="0" baseline="0">
                <a:solidFill>
                  <a:srgbClr val="2AA73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name / division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14" hasCustomPrompt="1"/>
          </p:nvPr>
        </p:nvSpPr>
        <p:spPr>
          <a:xfrm>
            <a:off x="6855075" y="6343228"/>
            <a:ext cx="2205264" cy="332207"/>
          </a:xfrm>
        </p:spPr>
        <p:txBody>
          <a:bodyPr>
            <a:noAutofit/>
          </a:bodyPr>
          <a:lstStyle>
            <a:lvl1pPr marL="0" indent="0" algn="r">
              <a:buNone/>
              <a:defRPr sz="2100" b="0" baseline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</p:spTree>
    <p:extLst>
      <p:ext uri="{BB962C8B-B14F-4D97-AF65-F5344CB8AC3E}">
        <p14:creationId xmlns:p14="http://schemas.microsoft.com/office/powerpoint/2010/main" val="1419911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I Template Powerpoint W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678" y="0"/>
            <a:ext cx="9151679" cy="6858000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800520" y="72743"/>
            <a:ext cx="7063542" cy="518867"/>
          </a:xfrm>
        </p:spPr>
        <p:txBody>
          <a:bodyPr>
            <a:noAutofit/>
          </a:bodyPr>
          <a:lstStyle>
            <a:lvl1pPr marL="0" indent="0" algn="r">
              <a:buNone/>
              <a:defRPr sz="3000" b="1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BEE3581-208B-C807-8E79-FF83D5FB4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D734-9636-014D-93D9-1181353D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6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234A-CB44-4313-8953-C0EDF402ADD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2DA8A-D0DB-413E-B609-910C6D2E5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4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0" y="3943026"/>
            <a:ext cx="9144000" cy="516835"/>
          </a:xfrm>
        </p:spPr>
        <p:txBody>
          <a:bodyPr/>
          <a:lstStyle/>
          <a:p>
            <a:endParaRPr lang="en-US" sz="3500" dirty="0"/>
          </a:p>
          <a:p>
            <a:r>
              <a:rPr lang="en-US" sz="2700" i="1" dirty="0">
                <a:solidFill>
                  <a:srgbClr val="0066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DISPAY PROCESS &amp; GUIDLINE</a:t>
            </a:r>
            <a:endParaRPr lang="en-US" sz="2700" i="1" dirty="0">
              <a:solidFill>
                <a:srgbClr val="0066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500" dirty="0">
                <a:solidFill>
                  <a:schemeClr val="accent6">
                    <a:lumMod val="50000"/>
                  </a:schemeClr>
                </a:solidFill>
              </a:rPr>
              <a:t>01</a:t>
            </a:r>
            <a:r>
              <a:rPr lang="en-US" sz="3500" baseline="30000" dirty="0">
                <a:solidFill>
                  <a:schemeClr val="accent6">
                    <a:lumMod val="50000"/>
                  </a:schemeClr>
                </a:solidFill>
              </a:rPr>
              <a:t>st</a:t>
            </a:r>
            <a:r>
              <a:rPr lang="en-US" sz="3500" dirty="0">
                <a:solidFill>
                  <a:schemeClr val="accent6">
                    <a:lumMod val="50000"/>
                  </a:schemeClr>
                </a:solidFill>
              </a:rPr>
              <a:t> December,2025</a:t>
            </a:r>
            <a:endParaRPr lang="en-US" sz="35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7390435" y="5659981"/>
            <a:ext cx="1653948" cy="24915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AB6F088-6169-1668-9498-62141577CBCD}"/>
              </a:ext>
            </a:extLst>
          </p:cNvPr>
          <p:cNvSpPr txBox="1">
            <a:spLocks/>
          </p:cNvSpPr>
          <p:nvPr/>
        </p:nvSpPr>
        <p:spPr>
          <a:xfrm>
            <a:off x="1143000" y="3225591"/>
            <a:ext cx="6858000" cy="48713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6000" b="1" kern="1200" baseline="0">
                <a:solidFill>
                  <a:srgbClr val="30513E"/>
                </a:solidFill>
                <a:latin typeface="Cordia New" panose="020B0304020202020204" pitchFamily="34" charset="-34"/>
                <a:ea typeface="+mn-ea"/>
                <a:cs typeface="Cordia New" panose="020B0304020202020204" pitchFamily="34" charset="-34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2500" b="0" dirty="0">
              <a:solidFill>
                <a:srgbClr val="0066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it-IT" sz="2500" b="0" dirty="0">
                <a:solidFill>
                  <a:srgbClr val="0066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DISPLAY PROJECT TT CHANNEL</a:t>
            </a:r>
          </a:p>
        </p:txBody>
      </p:sp>
    </p:spTree>
    <p:extLst>
      <p:ext uri="{BB962C8B-B14F-4D97-AF65-F5344CB8AC3E}">
        <p14:creationId xmlns:p14="http://schemas.microsoft.com/office/powerpoint/2010/main" val="177667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78B26-D8ED-CBE0-5390-923ED4CB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C5F71D-F609-FEFB-3387-76C90128D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DISPLAY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4DB410-8CC0-6ACF-0C10-00E44B482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63D8CF-8CF6-DE4D-D4DF-A1E5CDC57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002220"/>
              </p:ext>
            </p:extLst>
          </p:nvPr>
        </p:nvGraphicFramePr>
        <p:xfrm>
          <a:off x="228600" y="1141784"/>
          <a:ext cx="8579191" cy="5055870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565862">
                  <a:extLst>
                    <a:ext uri="{9D8B030D-6E8A-4147-A177-3AD203B41FA5}">
                      <a16:colId xmlns:a16="http://schemas.microsoft.com/office/drawing/2014/main" val="3550258550"/>
                    </a:ext>
                  </a:extLst>
                </a:gridCol>
                <a:gridCol w="4903310">
                  <a:extLst>
                    <a:ext uri="{9D8B030D-6E8A-4147-A177-3AD203B41FA5}">
                      <a16:colId xmlns:a16="http://schemas.microsoft.com/office/drawing/2014/main" val="1191708892"/>
                    </a:ext>
                  </a:extLst>
                </a:gridCol>
                <a:gridCol w="3110019">
                  <a:extLst>
                    <a:ext uri="{9D8B030D-6E8A-4147-A177-3AD203B41FA5}">
                      <a16:colId xmlns:a16="http://schemas.microsoft.com/office/drawing/2014/main" val="17259256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</a:rPr>
                        <a:t>TT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</a:rPr>
                        <a:t>STEPS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</a:rPr>
                        <a:t>PIC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072729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Suggested display customers and display location/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Cửa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trưng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bày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vị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trí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trưng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bày</a:t>
                      </a:r>
                      <a:endParaRPr lang="en-US" sz="14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CDM/ KAM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919339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Approve for display shop/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cửa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trưng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bày</a:t>
                      </a:r>
                      <a:endParaRPr lang="en-US" sz="14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Sale Director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496036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Update list of display customers included </a:t>
                      </a:r>
                      <a:r>
                        <a:rPr lang="en-US" sz="1400" i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400" i="0" kern="0" dirty="0">
                          <a:solidFill>
                            <a:srgbClr val="000000"/>
                          </a:solidFill>
                          <a:effectLst/>
                        </a:rPr>
                        <a:t>uggested display customers, POSM inventory at Distributors/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Cập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nhật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danh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Cửa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trưng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bày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bao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gồm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danh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đăng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POSM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tồn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kho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NPP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RTM (every Friday)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034192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Prepare and deliver POSM to distributors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POSM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NPP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MKT, CS, Logistic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084539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vi-VN" sz="1400" i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Signing of "Display Agreement“</a:t>
                      </a:r>
                      <a:r>
                        <a:rPr lang="en-US" sz="1400" i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vi-VN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Ký kết "Biên bản thỏa thuận trưng bày"</a:t>
                      </a:r>
                      <a:endParaRPr lang="en-US" sz="14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CDM/ KAM &amp; Customers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3793718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Prepare monthly Display reports/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trưng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bày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400" i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tháng</a:t>
                      </a:r>
                      <a:endParaRPr lang="en-US" sz="14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Sales Effectiveness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907186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Approve for display fee/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trưng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bày</a:t>
                      </a:r>
                      <a:endParaRPr lang="en-US" sz="14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MKT/ Route to Market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2549548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Pay display fee/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</a:rPr>
                        <a:t>rả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</a:rPr>
                        <a:t>trưng</a:t>
                      </a:r>
                      <a:r>
                        <a:rPr lang="en-US" sz="1400" i="1" kern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400" i="1" kern="0" dirty="0" err="1">
                          <a:solidFill>
                            <a:srgbClr val="000000"/>
                          </a:solidFill>
                          <a:effectLst/>
                        </a:rPr>
                        <a:t>bày</a:t>
                      </a:r>
                      <a:endParaRPr lang="en-US" sz="1400" i="1" kern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</a:rPr>
                        <a:t>Sales Effectiveness, Sale team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8276394"/>
                  </a:ext>
                </a:extLst>
              </a:tr>
              <a:tr h="260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0" kern="0" dirty="0">
                          <a:solidFill>
                            <a:srgbClr val="000000"/>
                          </a:solidFill>
                          <a:effectLst/>
                        </a:rPr>
                        <a:t>Tracking </a:t>
                      </a:r>
                      <a:r>
                        <a:rPr lang="vi-VN" sz="1400" i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Display Agreement</a:t>
                      </a:r>
                      <a:r>
                        <a:rPr lang="en-US" sz="1400" i="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paying FOC to customers, display effectiveness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Tracking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thập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thỏa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thuận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trưng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bày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”,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FOC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trưng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bày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cửa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hiệu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việc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trưng</a:t>
                      </a:r>
                      <a:r>
                        <a:rPr lang="en-US" sz="1400" i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bày</a:t>
                      </a:r>
                      <a:endParaRPr lang="en-US" sz="1400" i="1" kern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RTM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5499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3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B5DAA-574A-490D-5053-C62DDD42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0CE201-511F-5EA4-988E-132E7F54E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DISPLAY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8530E3-4725-CDF2-0FC9-C8A4C9DB2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8CA14-A541-55D9-0DD8-4663097FAB34}"/>
              </a:ext>
            </a:extLst>
          </p:cNvPr>
          <p:cNvSpPr txBox="1"/>
          <p:nvPr/>
        </p:nvSpPr>
        <p:spPr>
          <a:xfrm>
            <a:off x="640080" y="1291998"/>
            <a:ext cx="8167711" cy="417037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500" dirty="0">
              <a:latin typeface="Calibri (Body)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500" dirty="0">
                <a:latin typeface="Calibri (Body)"/>
              </a:rPr>
              <a:t>• Khi </a:t>
            </a:r>
            <a:r>
              <a:rPr lang="en-US" sz="1500" dirty="0" err="1">
                <a:latin typeface="Calibri (Body)"/>
              </a:rPr>
              <a:t>đề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xuất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trưng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bày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cần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có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b="1" dirty="0">
                <a:latin typeface="Calibri (Body)"/>
              </a:rPr>
              <a:t>Thông tin </a:t>
            </a:r>
            <a:r>
              <a:rPr lang="en-US" sz="1500" b="1" dirty="0" err="1">
                <a:latin typeface="Calibri (Body)"/>
              </a:rPr>
              <a:t>của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Cửa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hàng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theo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mẫu</a:t>
            </a:r>
            <a:r>
              <a:rPr lang="en-US" sz="1500" dirty="0">
                <a:latin typeface="Calibri (Body)"/>
              </a:rPr>
              <a:t>. Trong </a:t>
            </a:r>
            <a:r>
              <a:rPr lang="en-US" sz="1500" dirty="0" err="1">
                <a:latin typeface="Calibri (Body)"/>
              </a:rPr>
              <a:t>quá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trình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đề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xuất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và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phê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duyệt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cửa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hàng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trưng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bày</a:t>
            </a:r>
            <a:r>
              <a:rPr lang="en-US" sz="1500" dirty="0">
                <a:latin typeface="Calibri (Body)"/>
              </a:rPr>
              <a:t>, </a:t>
            </a:r>
            <a:r>
              <a:rPr lang="en-US" sz="1500" dirty="0" err="1">
                <a:latin typeface="Calibri (Body)"/>
              </a:rPr>
              <a:t>phải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gửi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thông</a:t>
            </a:r>
            <a:r>
              <a:rPr lang="en-US" sz="1500" dirty="0">
                <a:latin typeface="Calibri (Body)"/>
              </a:rPr>
              <a:t> tin </a:t>
            </a:r>
            <a:r>
              <a:rPr lang="en-US" sz="1500" dirty="0" err="1">
                <a:latin typeface="Calibri (Body)"/>
              </a:rPr>
              <a:t>cho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Phòng</a:t>
            </a:r>
            <a:r>
              <a:rPr lang="en-US" sz="1500" dirty="0">
                <a:latin typeface="Calibri (Body)"/>
              </a:rPr>
              <a:t> Marketing, Route to Market, Sale Effectiveness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500" dirty="0">
                <a:latin typeface="Calibri (Body)"/>
              </a:rPr>
              <a:t>• Những </a:t>
            </a:r>
            <a:r>
              <a:rPr lang="en-US" sz="1500" dirty="0" err="1">
                <a:latin typeface="Calibri (Body)"/>
              </a:rPr>
              <a:t>cửa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hàng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thực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hiện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trưng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bày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sau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ngày</a:t>
            </a:r>
            <a:r>
              <a:rPr lang="en-US" sz="1500" b="1" dirty="0">
                <a:latin typeface="Calibri (Body)"/>
              </a:rPr>
              <a:t> 20 </a:t>
            </a:r>
            <a:r>
              <a:rPr lang="en-US" sz="1500" b="1" dirty="0" err="1">
                <a:latin typeface="Calibri (Body)"/>
              </a:rPr>
              <a:t>sẽ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không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được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trả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phí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trưng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bày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của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tháng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đó</a:t>
            </a:r>
            <a:r>
              <a:rPr lang="en-US" sz="1500" dirty="0">
                <a:latin typeface="Calibri (Body)"/>
              </a:rPr>
              <a:t>. </a:t>
            </a:r>
            <a:r>
              <a:rPr lang="en-US" sz="1500" dirty="0" err="1">
                <a:latin typeface="Calibri (Body)"/>
              </a:rPr>
              <a:t>Phí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trưng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bày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sẽ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được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tính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từ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ngày</a:t>
            </a:r>
            <a:r>
              <a:rPr lang="en-US" sz="1500" b="1" dirty="0">
                <a:latin typeface="Calibri (Body)"/>
              </a:rPr>
              <a:t> 01 </a:t>
            </a:r>
            <a:r>
              <a:rPr lang="en-US" sz="1500" b="1" dirty="0" err="1">
                <a:latin typeface="Calibri (Body)"/>
              </a:rPr>
              <a:t>tháng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sau</a:t>
            </a:r>
            <a:r>
              <a:rPr lang="en-US" sz="1500" dirty="0">
                <a:latin typeface="Calibri (Body)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500" dirty="0">
                <a:latin typeface="Calibri (Body)"/>
              </a:rPr>
              <a:t>• </a:t>
            </a:r>
            <a:r>
              <a:rPr lang="en-US" sz="1500" dirty="0" err="1">
                <a:latin typeface="Calibri (Body)"/>
              </a:rPr>
              <a:t>Để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phê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duyệt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trả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trưng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bày</a:t>
            </a:r>
            <a:r>
              <a:rPr lang="en-US" sz="1500" dirty="0">
                <a:latin typeface="Calibri (Body)"/>
              </a:rPr>
              <a:t>, </a:t>
            </a:r>
            <a:r>
              <a:rPr lang="en-US" sz="1500" dirty="0" err="1">
                <a:latin typeface="Calibri (Body)"/>
              </a:rPr>
              <a:t>tại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mỗi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cửa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hàng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trưng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bày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cần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phải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có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hình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ảnh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trưng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bày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b="1" dirty="0">
                <a:latin typeface="Calibri (Body)"/>
              </a:rPr>
              <a:t>02 </a:t>
            </a:r>
            <a:r>
              <a:rPr lang="en-US" sz="1500" b="1" dirty="0" err="1">
                <a:latin typeface="Calibri (Body)"/>
              </a:rPr>
              <a:t>lần</a:t>
            </a:r>
            <a:r>
              <a:rPr lang="en-US" sz="1500" b="1" dirty="0">
                <a:latin typeface="Calibri (Body)"/>
              </a:rPr>
              <a:t>/ 01 </a:t>
            </a:r>
            <a:r>
              <a:rPr lang="en-US" sz="1500" b="1" dirty="0" err="1">
                <a:latin typeface="Calibri (Body)"/>
              </a:rPr>
              <a:t>tháng</a:t>
            </a:r>
            <a:endParaRPr lang="en-US" sz="1500" b="1" dirty="0">
              <a:latin typeface="Calibri (Body)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500" dirty="0">
                <a:latin typeface="Calibri (Body)"/>
              </a:rPr>
              <a:t>• </a:t>
            </a:r>
            <a:r>
              <a:rPr lang="vi-VN" sz="1500" dirty="0">
                <a:latin typeface="Calibri (Body)"/>
              </a:rPr>
              <a:t>Cập nhật báo cáo trưng bày vào </a:t>
            </a:r>
            <a:r>
              <a:rPr lang="vi-VN" sz="1500" b="1" dirty="0">
                <a:latin typeface="Calibri (Body)"/>
              </a:rPr>
              <a:t>ngày 06 hàng tháng </a:t>
            </a:r>
            <a:r>
              <a:rPr lang="vi-VN" sz="1500" dirty="0">
                <a:latin typeface="Calibri (Body)"/>
              </a:rPr>
              <a:t>để tiến hành quy trình </a:t>
            </a:r>
            <a:r>
              <a:rPr lang="en-US" sz="1500" dirty="0" err="1">
                <a:latin typeface="Calibri (Body)"/>
              </a:rPr>
              <a:t>trả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thưởng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trưng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bày</a:t>
            </a:r>
            <a:r>
              <a:rPr lang="en-US" sz="1500" dirty="0">
                <a:latin typeface="Calibri (Body)"/>
              </a:rPr>
              <a:t> </a:t>
            </a:r>
            <a:r>
              <a:rPr lang="vi-VN" sz="1500" dirty="0">
                <a:latin typeface="Calibri (Body)"/>
              </a:rPr>
              <a:t>. Cửa hàng không cập nhật </a:t>
            </a:r>
            <a:r>
              <a:rPr lang="en-US" sz="1500" dirty="0" err="1">
                <a:latin typeface="Calibri (Body)"/>
              </a:rPr>
              <a:t>đầy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đủ</a:t>
            </a:r>
            <a:r>
              <a:rPr lang="en-US" sz="1500" dirty="0">
                <a:latin typeface="Calibri (Body)"/>
              </a:rPr>
              <a:t> </a:t>
            </a:r>
            <a:r>
              <a:rPr lang="vi-VN" sz="1500" dirty="0">
                <a:latin typeface="Calibri (Body)"/>
              </a:rPr>
              <a:t>hình ảnh và </a:t>
            </a:r>
            <a:r>
              <a:rPr lang="en-US" sz="1500" dirty="0" err="1">
                <a:latin typeface="Calibri (Body)"/>
              </a:rPr>
              <a:t>không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có</a:t>
            </a:r>
            <a:r>
              <a:rPr lang="en-US" sz="1500" dirty="0">
                <a:latin typeface="Calibri (Body)"/>
              </a:rPr>
              <a:t> </a:t>
            </a:r>
            <a:r>
              <a:rPr lang="vi-VN" sz="1500" dirty="0">
                <a:latin typeface="Calibri (Body)"/>
              </a:rPr>
              <a:t>báo cáo sẽ không được </a:t>
            </a:r>
            <a:r>
              <a:rPr lang="en-US" sz="1500" dirty="0" err="1">
                <a:latin typeface="Calibri (Body)"/>
              </a:rPr>
              <a:t>trả</a:t>
            </a:r>
            <a:r>
              <a:rPr lang="en-US" sz="1500" dirty="0">
                <a:latin typeface="Calibri (Body)"/>
              </a:rPr>
              <a:t> </a:t>
            </a:r>
            <a:r>
              <a:rPr lang="vi-VN" sz="1500" dirty="0">
                <a:latin typeface="Calibri (Body)"/>
              </a:rPr>
              <a:t>phí trưng bày</a:t>
            </a:r>
            <a:r>
              <a:rPr lang="en-US" sz="1500" dirty="0">
                <a:latin typeface="Calibri (Body)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500" dirty="0">
                <a:latin typeface="Calibri (Body)"/>
              </a:rPr>
              <a:t>• </a:t>
            </a:r>
            <a:r>
              <a:rPr lang="en-US" sz="1500" dirty="0" err="1">
                <a:latin typeface="Calibri (Body)"/>
              </a:rPr>
              <a:t>Chỉ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trả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phí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trưng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bày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của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tháng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khi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có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biên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bản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trả</a:t>
            </a:r>
            <a:r>
              <a:rPr lang="en-US" sz="1500" b="1" dirty="0">
                <a:latin typeface="Calibri (Body)"/>
              </a:rPr>
              <a:t> FOC </a:t>
            </a:r>
            <a:r>
              <a:rPr lang="en-US" sz="1500" b="1" dirty="0" err="1">
                <a:latin typeface="Calibri (Body)"/>
              </a:rPr>
              <a:t>trưng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bày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của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tháng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trước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đó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dirty="0">
                <a:latin typeface="Calibri (Body)"/>
              </a:rPr>
              <a:t>(</a:t>
            </a:r>
            <a:r>
              <a:rPr lang="en-US" sz="1500" dirty="0" err="1">
                <a:latin typeface="Calibri (Body)"/>
              </a:rPr>
              <a:t>xác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nhận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của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Khách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hàng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và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hình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ảnh</a:t>
            </a:r>
            <a:r>
              <a:rPr lang="en-US" sz="1500" dirty="0">
                <a:latin typeface="Calibri (Body)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500" dirty="0">
                <a:latin typeface="Calibri (Body)"/>
              </a:rPr>
              <a:t>• Khi </a:t>
            </a:r>
            <a:r>
              <a:rPr lang="en-US" sz="1500" dirty="0" err="1">
                <a:latin typeface="Calibri (Body)"/>
              </a:rPr>
              <a:t>thực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hiện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trưng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bày</a:t>
            </a:r>
            <a:r>
              <a:rPr lang="en-US" sz="1500" dirty="0">
                <a:latin typeface="Calibri (Body)"/>
              </a:rPr>
              <a:t>, </a:t>
            </a:r>
            <a:r>
              <a:rPr lang="en-US" sz="1500" dirty="0" err="1">
                <a:latin typeface="Calibri (Body)"/>
              </a:rPr>
              <a:t>cần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dirty="0" err="1">
                <a:latin typeface="Calibri (Body)"/>
              </a:rPr>
              <a:t>phải</a:t>
            </a:r>
            <a:r>
              <a:rPr lang="en-US" sz="1500" dirty="0">
                <a:latin typeface="Calibri (Body)"/>
              </a:rPr>
              <a:t> </a:t>
            </a:r>
            <a:r>
              <a:rPr lang="en-US" sz="1500" b="1" dirty="0">
                <a:latin typeface="Calibri (Body)"/>
              </a:rPr>
              <a:t>key POSM </a:t>
            </a:r>
            <a:r>
              <a:rPr lang="en-US" sz="1500" b="1" dirty="0" err="1">
                <a:latin typeface="Calibri (Body)"/>
              </a:rPr>
              <a:t>trên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hệ</a:t>
            </a:r>
            <a:r>
              <a:rPr lang="en-US" sz="1500" b="1" dirty="0">
                <a:latin typeface="Calibri (Body)"/>
              </a:rPr>
              <a:t> </a:t>
            </a:r>
            <a:r>
              <a:rPr lang="en-US" sz="1500" b="1" dirty="0" err="1">
                <a:latin typeface="Calibri (Body)"/>
              </a:rPr>
              <a:t>thống</a:t>
            </a:r>
            <a:r>
              <a:rPr lang="en-US" sz="1500" b="1" dirty="0">
                <a:latin typeface="Calibri (Body)"/>
              </a:rPr>
              <a:t> DMS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5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47955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FF9EC-4C9D-A9A6-4D4F-01082BB7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9252A7-1660-C878-5E04-00DBC2D0B2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4249" y="72743"/>
            <a:ext cx="7063542" cy="518867"/>
          </a:xfrm>
        </p:spPr>
        <p:txBody>
          <a:bodyPr/>
          <a:lstStyle/>
          <a:p>
            <a:r>
              <a:rPr lang="en-US" sz="3600" dirty="0"/>
              <a:t>GUIDELINE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FD1E2-BE42-B77B-304F-7D03A0DE7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25835" y="6420132"/>
            <a:ext cx="2133600" cy="365125"/>
          </a:xfrm>
        </p:spPr>
        <p:txBody>
          <a:bodyPr/>
          <a:lstStyle/>
          <a:p>
            <a:fld id="{503BD734-9636-014D-93D9-1181353D778D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78DBEF5-3AA9-F247-3CA1-36CF8D39D3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6609019"/>
              </p:ext>
            </p:extLst>
          </p:nvPr>
        </p:nvGraphicFramePr>
        <p:xfrm>
          <a:off x="748974" y="1246774"/>
          <a:ext cx="7646052" cy="4364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479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18168</TotalTime>
  <Words>521</Words>
  <Application>Microsoft Office PowerPoint</Application>
  <PresentationFormat>On-screen Show (4:3)</PresentationFormat>
  <Paragraphs>85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(Body)</vt:lpstr>
      <vt:lpstr>Calibri Light</vt:lpstr>
      <vt:lpstr>Cordia New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Hien Doan</dc:creator>
  <cp:lastModifiedBy>Lê Thị Thanh Tuyền</cp:lastModifiedBy>
  <cp:revision>185</cp:revision>
  <cp:lastPrinted>2025-06-17T02:06:44Z</cp:lastPrinted>
  <dcterms:created xsi:type="dcterms:W3CDTF">2025-01-02T10:20:13Z</dcterms:created>
  <dcterms:modified xsi:type="dcterms:W3CDTF">2026-07-23T07:03:04Z</dcterms:modified>
</cp:coreProperties>
</file>