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0"/>
  </p:notesMasterIdLst>
  <p:sldIdLst>
    <p:sldId id="6270" r:id="rId2"/>
    <p:sldId id="2147470519" r:id="rId3"/>
    <p:sldId id="2147470539" r:id="rId4"/>
    <p:sldId id="2147470538" r:id="rId5"/>
    <p:sldId id="2147470542" r:id="rId6"/>
    <p:sldId id="2147470545" r:id="rId7"/>
    <p:sldId id="2147470544" r:id="rId8"/>
    <p:sldId id="214747053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6" autoAdjust="0"/>
    <p:restoredTop sz="94308" autoAdjust="0"/>
  </p:normalViewPr>
  <p:slideViewPr>
    <p:cSldViewPr snapToGrid="0">
      <p:cViewPr varScale="1">
        <p:scale>
          <a:sx n="70" d="100"/>
          <a:sy n="70" d="100"/>
        </p:scale>
        <p:origin x="1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DAFD9-3BC9-458C-BEC4-070A0FFD66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3B3B4-060E-4838-B389-2090F5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3FFF1-5A52-4B1F-BCC5-965931AB53BF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246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DC0E-6E4E-214F-43D6-E00D167F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601D5-0A71-AA6B-BDDD-CE028A743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5353F-D97D-ED85-68DC-526979A29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345AA-A15A-11B7-0660-A3A3E3ECA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26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D38B7-2214-8E64-EA62-39D379E8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B2697-DB01-FB27-E5EE-68093663A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34A65-862A-630D-E873-C92AEB10F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20C0E-610E-E276-741E-2F0614CB9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06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3F5A7-4C8F-7F38-454A-80C19729E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D5CBA-0E39-A715-905A-F2BE8899C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62B09-F8B6-740B-2413-AD2443E8A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E7021-DA74-D937-170F-A18D0483B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25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48216-08C0-045A-AC52-636C5E64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72114-39F7-996F-9F7A-D3B601A74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60194-D51D-899D-1101-F930FBE4E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5AA6D-8F4A-B72F-AFD6-3928E70C5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28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F12D8-7E60-AED2-4B1A-359B6A10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3677F-7197-436F-3B03-49C6E8A01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F586A-97CE-2632-0BA1-C30D66ED7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7FC13-69FC-84DC-768F-8257E21F5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84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0F53D-977F-5C45-1791-15208D7B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82D21-9604-7025-7868-1496AAC50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B571D-5A64-E414-17EE-002F7DF62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4A0D5-F2AE-B112-6F5C-046F3BD0D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71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A01B7-CC52-4B9D-C138-699C3CC9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8EC9B-A7BB-4C20-3D70-7874CEDC2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A6EA4-C5F1-8CC9-4C04-4788F6D8E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solidFill>
                  <a:srgbClr val="002060"/>
                </a:solidFill>
              </a:rPr>
              <a:t>8,000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43FD8-9657-08F2-A4AE-16156AA1F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92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78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4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14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3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12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36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4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87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5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3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I Template Powerpoint W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388" y="0"/>
            <a:ext cx="9148388" cy="6858000"/>
          </a:xfrm>
          <a:prstGeom prst="rect">
            <a:avLst/>
          </a:prstGeom>
        </p:spPr>
      </p:pic>
      <p:sp>
        <p:nvSpPr>
          <p:cNvPr id="28" name="Text Placeholder 27"/>
          <p:cNvSpPr>
            <a:spLocks noGrp="1"/>
          </p:cNvSpPr>
          <p:nvPr>
            <p:ph type="body" sz="quarter" idx="12" hasCustomPrompt="1"/>
          </p:nvPr>
        </p:nvSpPr>
        <p:spPr>
          <a:xfrm>
            <a:off x="1083279" y="3318213"/>
            <a:ext cx="6966605" cy="649517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1" baseline="0">
                <a:solidFill>
                  <a:srgbClr val="30513E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083279" y="3970980"/>
            <a:ext cx="6966605" cy="689113"/>
          </a:xfrm>
        </p:spPr>
        <p:txBody>
          <a:bodyPr anchor="ctr">
            <a:noAutofit/>
          </a:bodyPr>
          <a:lstStyle>
            <a:lvl1pPr marL="0" indent="0" algn="ctr">
              <a:buNone/>
              <a:defRPr sz="2700" b="0" baseline="0">
                <a:solidFill>
                  <a:srgbClr val="2AA73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name / division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14" hasCustomPrompt="1"/>
          </p:nvPr>
        </p:nvSpPr>
        <p:spPr>
          <a:xfrm>
            <a:off x="6855075" y="6343228"/>
            <a:ext cx="2205264" cy="332207"/>
          </a:xfrm>
        </p:spPr>
        <p:txBody>
          <a:bodyPr>
            <a:noAutofit/>
          </a:bodyPr>
          <a:lstStyle>
            <a:lvl1pPr marL="0" indent="0" algn="r">
              <a:buNone/>
              <a:defRPr sz="2100" b="0" baseline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</p:spTree>
    <p:extLst>
      <p:ext uri="{BB962C8B-B14F-4D97-AF65-F5344CB8AC3E}">
        <p14:creationId xmlns:p14="http://schemas.microsoft.com/office/powerpoint/2010/main" val="1419911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I Template Powerpoint W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678" y="0"/>
            <a:ext cx="9151679" cy="685800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800520" y="72743"/>
            <a:ext cx="7063542" cy="518867"/>
          </a:xfrm>
        </p:spPr>
        <p:txBody>
          <a:bodyPr>
            <a:noAutofit/>
          </a:bodyPr>
          <a:lstStyle>
            <a:lvl1pPr marL="0" indent="0" algn="r">
              <a:buNone/>
              <a:defRPr sz="3000" b="1">
                <a:solidFill>
                  <a:srgbClr val="30513E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BEE3581-208B-C807-8E79-FF83D5FB4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D734-9636-014D-93D9-1181353D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6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4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emf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10" Type="http://schemas.openxmlformats.org/officeDocument/2006/relationships/image" Target="../media/image7.jpg"/><Relationship Id="rId4" Type="http://schemas.openxmlformats.org/officeDocument/2006/relationships/image" Target="../media/image10.png"/><Relationship Id="rId9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057060" y="3943026"/>
            <a:ext cx="5224954" cy="516835"/>
          </a:xfrm>
        </p:spPr>
        <p:txBody>
          <a:bodyPr/>
          <a:lstStyle/>
          <a:p>
            <a:endParaRPr lang="en-US" sz="3500" dirty="0"/>
          </a:p>
          <a:p>
            <a:r>
              <a:rPr lang="en-US" sz="2700" dirty="0">
                <a:solidFill>
                  <a:srgbClr val="0066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MIX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700" dirty="0">
                <a:solidFill>
                  <a:srgbClr val="0066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&amp; BITEEZ</a:t>
            </a:r>
          </a:p>
          <a:p>
            <a:r>
              <a:rPr lang="en-US" sz="3500" dirty="0"/>
              <a:t>19</a:t>
            </a:r>
            <a:r>
              <a:rPr lang="en-US" sz="3500" baseline="30000" dirty="0"/>
              <a:t>th</a:t>
            </a:r>
            <a:r>
              <a:rPr lang="en-US" sz="3500" dirty="0"/>
              <a:t>May,2026</a:t>
            </a:r>
            <a:endParaRPr lang="en-US" sz="35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7390435" y="5659981"/>
            <a:ext cx="1653948" cy="24915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AB6F088-6169-1668-9498-62141577CBCD}"/>
              </a:ext>
            </a:extLst>
          </p:cNvPr>
          <p:cNvSpPr txBox="1">
            <a:spLocks/>
          </p:cNvSpPr>
          <p:nvPr/>
        </p:nvSpPr>
        <p:spPr>
          <a:xfrm>
            <a:off x="1143000" y="3225591"/>
            <a:ext cx="6858000" cy="48713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6000" b="1" kern="1200" baseline="0">
                <a:solidFill>
                  <a:srgbClr val="30513E"/>
                </a:solidFill>
                <a:latin typeface="Cordia New" panose="020B0304020202020204" pitchFamily="34" charset="-34"/>
                <a:ea typeface="+mn-ea"/>
                <a:cs typeface="Cordia New" panose="020B0304020202020204" pitchFamily="34" charset="-34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2700" dirty="0">
              <a:solidFill>
                <a:srgbClr val="0066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it-IT" sz="2700" dirty="0">
                <a:solidFill>
                  <a:srgbClr val="0066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DISPLAY PROJECT TT CHANNEL</a:t>
            </a:r>
          </a:p>
        </p:txBody>
      </p:sp>
    </p:spTree>
    <p:extLst>
      <p:ext uri="{BB962C8B-B14F-4D97-AF65-F5344CB8AC3E}">
        <p14:creationId xmlns:p14="http://schemas.microsoft.com/office/powerpoint/2010/main" val="1776676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C59C-02FC-0FBB-1425-CBAF9089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E50356-CDC9-F6AE-68BB-9F658057A04C}"/>
              </a:ext>
            </a:extLst>
          </p:cNvPr>
          <p:cNvSpPr/>
          <p:nvPr/>
        </p:nvSpPr>
        <p:spPr>
          <a:xfrm>
            <a:off x="364829" y="3429000"/>
            <a:ext cx="8624425" cy="2862323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6C812F-B407-44DB-30C4-84152FB8E5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DISPLAY PROGRAM TT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FA3765-BCB3-6D27-D30C-F36CAAD08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6659F-5276-1984-2893-78DF3137BE7D}"/>
              </a:ext>
            </a:extLst>
          </p:cNvPr>
          <p:cNvSpPr txBox="1"/>
          <p:nvPr/>
        </p:nvSpPr>
        <p:spPr>
          <a:xfrm>
            <a:off x="6416092" y="5850409"/>
            <a:ext cx="1712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02060"/>
                </a:solidFill>
              </a:rPr>
              <a:t>Hanger display</a:t>
            </a:r>
            <a:endParaRPr lang="en-GB" sz="1600" b="1" i="0" u="none" strike="noStrike" dirty="0">
              <a:solidFill>
                <a:srgbClr val="00206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8770B2-DFD1-1AB6-8A61-913C4EDFAD4C}"/>
              </a:ext>
            </a:extLst>
          </p:cNvPr>
          <p:cNvSpPr txBox="1"/>
          <p:nvPr/>
        </p:nvSpPr>
        <p:spPr>
          <a:xfrm>
            <a:off x="3230878" y="3285313"/>
            <a:ext cx="2515772" cy="32316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VISIBILITY PROGRAM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D7695-D905-689F-D219-7EEFF79CBB38}"/>
              </a:ext>
            </a:extLst>
          </p:cNvPr>
          <p:cNvSpPr txBox="1"/>
          <p:nvPr/>
        </p:nvSpPr>
        <p:spPr>
          <a:xfrm>
            <a:off x="876520" y="5847897"/>
            <a:ext cx="1712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02060"/>
                </a:solidFill>
              </a:rPr>
              <a:t>Frame display</a:t>
            </a:r>
            <a:endParaRPr lang="en-GB" sz="1600" b="1" i="0" u="none" strike="noStrike" dirty="0">
              <a:solidFill>
                <a:srgbClr val="002060"/>
              </a:solidFill>
              <a:effectLst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E0F0F0-2B5E-7F34-F36E-33296E4AFDFD}"/>
              </a:ext>
            </a:extLst>
          </p:cNvPr>
          <p:cNvSpPr txBox="1"/>
          <p:nvPr/>
        </p:nvSpPr>
        <p:spPr>
          <a:xfrm>
            <a:off x="3316459" y="5847897"/>
            <a:ext cx="1712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02060"/>
                </a:solidFill>
              </a:rPr>
              <a:t>Standee display</a:t>
            </a:r>
            <a:endParaRPr lang="en-GB" sz="1600" b="1" i="0" u="none" strike="noStrike" dirty="0">
              <a:solidFill>
                <a:srgbClr val="002060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20DD1-2F9F-984B-717D-0FCCBAF4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92" y="1048743"/>
            <a:ext cx="7558012" cy="192312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F897729-0ECB-DAE4-B4B3-8E4FBF0CBDFF}"/>
              </a:ext>
            </a:extLst>
          </p:cNvPr>
          <p:cNvGrpSpPr/>
          <p:nvPr/>
        </p:nvGrpSpPr>
        <p:grpSpPr>
          <a:xfrm>
            <a:off x="3027844" y="3805280"/>
            <a:ext cx="2388985" cy="2095523"/>
            <a:chOff x="-175834" y="893222"/>
            <a:chExt cx="4008061" cy="394373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650D4F1-F5ED-050B-D9ED-B54B31A3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95" t="4364" r="30840" b="2839"/>
            <a:stretch>
              <a:fillRect/>
            </a:stretch>
          </p:blipFill>
          <p:spPr>
            <a:xfrm>
              <a:off x="-175834" y="893222"/>
              <a:ext cx="1952376" cy="3943733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57BB51D-56A9-7B87-E21B-C0A608CE8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67" t="3974" r="30790" b="3228"/>
            <a:stretch>
              <a:fillRect/>
            </a:stretch>
          </p:blipFill>
          <p:spPr>
            <a:xfrm>
              <a:off x="1813817" y="893222"/>
              <a:ext cx="2018410" cy="3943733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8A9736-E9BB-597D-D757-E58DB2772192}"/>
              </a:ext>
            </a:extLst>
          </p:cNvPr>
          <p:cNvGrpSpPr/>
          <p:nvPr/>
        </p:nvGrpSpPr>
        <p:grpSpPr>
          <a:xfrm>
            <a:off x="5746649" y="3803008"/>
            <a:ext cx="2912785" cy="2045829"/>
            <a:chOff x="5644039" y="3803008"/>
            <a:chExt cx="3015396" cy="202429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BD706C7-711C-B120-2DF8-AC8B52904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120" t="19246" r="18063" b="16690"/>
            <a:stretch>
              <a:fillRect/>
            </a:stretch>
          </p:blipFill>
          <p:spPr>
            <a:xfrm>
              <a:off x="5644039" y="3803008"/>
              <a:ext cx="1624675" cy="202429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27CE67B-5405-DF3A-0D8C-57C966D2F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69881" y="3803008"/>
              <a:ext cx="1289554" cy="2006249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C4460BB-5FC2-3B2D-4181-B322B458BAC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251"/>
          <a:stretch>
            <a:fillRect/>
          </a:stretch>
        </p:blipFill>
        <p:spPr>
          <a:xfrm>
            <a:off x="722174" y="3749776"/>
            <a:ext cx="1837857" cy="21935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8058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29CE9-062F-A616-C411-FDEDF215C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FF793C-5AF3-45BD-4B50-44820D7D8660}"/>
              </a:ext>
            </a:extLst>
          </p:cNvPr>
          <p:cNvSpPr/>
          <p:nvPr/>
        </p:nvSpPr>
        <p:spPr>
          <a:xfrm>
            <a:off x="4525878" y="4856364"/>
            <a:ext cx="4397018" cy="1738938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D94AD7-3FC9-6B2D-039C-B5F605646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CURRENT DISPLAY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7ED144-E3EB-9F17-D7B1-DA3B1606B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3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8973A6-F617-C9A6-9B62-1A01CFC43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775" y="4033101"/>
            <a:ext cx="661419" cy="5708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7ADD86-7592-259F-6483-416D84BA8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752" y="4038004"/>
            <a:ext cx="661419" cy="59401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B3E2984-9AED-ED3A-6A08-1AEB025449E6}"/>
              </a:ext>
            </a:extLst>
          </p:cNvPr>
          <p:cNvGrpSpPr/>
          <p:nvPr/>
        </p:nvGrpSpPr>
        <p:grpSpPr>
          <a:xfrm>
            <a:off x="221104" y="1504847"/>
            <a:ext cx="3513317" cy="2301773"/>
            <a:chOff x="2483661" y="1126926"/>
            <a:chExt cx="4510290" cy="296758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C614940-1C2B-A9F0-B148-BF1805707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3661" y="1126926"/>
              <a:ext cx="2214529" cy="295270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C3BDD52-E386-8E8D-52AF-42BA60FEB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9416" y="1141804"/>
              <a:ext cx="2214535" cy="2952705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4AC304-A363-30C7-80A1-342F1E4BE472}"/>
              </a:ext>
            </a:extLst>
          </p:cNvPr>
          <p:cNvSpPr/>
          <p:nvPr/>
        </p:nvSpPr>
        <p:spPr>
          <a:xfrm>
            <a:off x="82550" y="4876143"/>
            <a:ext cx="3854450" cy="1738938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76548-51BF-2088-E805-703763BF82A9}"/>
              </a:ext>
            </a:extLst>
          </p:cNvPr>
          <p:cNvSpPr txBox="1"/>
          <p:nvPr/>
        </p:nvSpPr>
        <p:spPr>
          <a:xfrm>
            <a:off x="148372" y="4906274"/>
            <a:ext cx="3560028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X </a:t>
            </a:r>
            <a:r>
              <a:rPr lang="en-US" sz="1200" b="1" u="sng" dirty="0" err="1">
                <a:solidFill>
                  <a:srgbClr val="002060"/>
                </a:solidFill>
              </a:rPr>
              <a:t>Trưng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bày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hiện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tại</a:t>
            </a:r>
            <a:r>
              <a:rPr lang="en-US" sz="1200" b="1" u="sng" dirty="0">
                <a:solidFill>
                  <a:srgbClr val="002060"/>
                </a:solidFill>
              </a:rPr>
              <a:t>:</a:t>
            </a:r>
          </a:p>
          <a:p>
            <a:endParaRPr lang="en-US" sz="1200" b="1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060"/>
                </a:solidFill>
              </a:rPr>
              <a:t>Standee Mix: </a:t>
            </a:r>
            <a:r>
              <a:rPr lang="en-US" sz="1200" dirty="0" err="1">
                <a:solidFill>
                  <a:srgbClr val="002060"/>
                </a:solidFill>
              </a:rPr>
              <a:t>Đang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trưng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bày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các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sản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phẩm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khác</a:t>
            </a:r>
            <a:r>
              <a:rPr lang="en-US" sz="1200" dirty="0">
                <a:solidFill>
                  <a:srgbClr val="002060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060"/>
                </a:solidFill>
              </a:rPr>
              <a:t>Hanger Mix: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Đang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trưng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bày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Biteez</a:t>
            </a:r>
            <a:r>
              <a:rPr lang="en-US" sz="1200" dirty="0">
                <a:solidFill>
                  <a:srgbClr val="002060"/>
                </a:solidFill>
              </a:rPr>
              <a:t>.</a:t>
            </a:r>
          </a:p>
          <a:p>
            <a:endParaRPr lang="en-US" sz="1200" dirty="0">
              <a:solidFill>
                <a:srgbClr val="002060"/>
              </a:solidFill>
            </a:endParaRPr>
          </a:p>
          <a:p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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Không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cho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phép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trưng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bày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như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hiện</a:t>
            </a:r>
            <a:r>
              <a:rPr lang="en-US" sz="1200" dirty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2060"/>
                </a:solidFill>
                <a:sym typeface="Wingdings" panose="05000000000000000000" pitchFamily="2" charset="2"/>
              </a:rPr>
              <a:t>tại</a:t>
            </a:r>
            <a:endParaRPr lang="en-US" sz="1200" dirty="0">
              <a:solidFill>
                <a:srgbClr val="002060"/>
              </a:solidFill>
            </a:endParaRPr>
          </a:p>
          <a:p>
            <a:pPr marL="171450" indent="-171450">
              <a:buFontTx/>
              <a:buChar char="-"/>
            </a:pPr>
            <a:endParaRPr lang="en-US" sz="11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54703-A977-3BD9-A0C5-9AFA0EAB9C8F}"/>
              </a:ext>
            </a:extLst>
          </p:cNvPr>
          <p:cNvSpPr txBox="1"/>
          <p:nvPr/>
        </p:nvSpPr>
        <p:spPr>
          <a:xfrm>
            <a:off x="4525878" y="4963873"/>
            <a:ext cx="4584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✔ </a:t>
            </a:r>
            <a:r>
              <a:rPr lang="en-US" u="sng" dirty="0" err="1"/>
              <a:t>Hướng</a:t>
            </a:r>
            <a:r>
              <a:rPr lang="en-US" u="sng" dirty="0"/>
              <a:t> </a:t>
            </a:r>
            <a:r>
              <a:rPr lang="en-US" u="sng" dirty="0" err="1"/>
              <a:t>dẫn</a:t>
            </a:r>
            <a:r>
              <a:rPr lang="en-US" u="sng" dirty="0"/>
              <a:t> </a:t>
            </a:r>
            <a:r>
              <a:rPr lang="en-US" u="sng" dirty="0" err="1"/>
              <a:t>trưng</a:t>
            </a:r>
            <a:r>
              <a:rPr lang="en-US" u="sng" dirty="0"/>
              <a:t> </a:t>
            </a:r>
            <a:r>
              <a:rPr lang="en-US" u="sng" dirty="0" err="1"/>
              <a:t>bày</a:t>
            </a:r>
            <a:r>
              <a:rPr lang="en-US" u="sng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Standee: Mix,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Biteez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Parteez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yêu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cầu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trưng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bày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theo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chuẩn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Hanger: Mix &amp;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Biteez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yêu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cầu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trưng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bày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theo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chuẩn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E9F3AB-3505-365C-76ED-9A94238C2D59}"/>
              </a:ext>
            </a:extLst>
          </p:cNvPr>
          <p:cNvGrpSpPr/>
          <p:nvPr/>
        </p:nvGrpSpPr>
        <p:grpSpPr>
          <a:xfrm>
            <a:off x="4223408" y="1499028"/>
            <a:ext cx="4699488" cy="2301772"/>
            <a:chOff x="4108303" y="1389654"/>
            <a:chExt cx="5720103" cy="253322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89D6C04-D373-EFA0-5596-8C1CC17DF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1198" t="7081" r="22294" b="30123"/>
            <a:stretch>
              <a:fillRect/>
            </a:stretch>
          </p:blipFill>
          <p:spPr>
            <a:xfrm>
              <a:off x="6572334" y="1402353"/>
              <a:ext cx="1700286" cy="2507821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4C93F-FA7C-DCE5-E2D3-92950ABEA9A5}"/>
                </a:ext>
              </a:extLst>
            </p:cNvPr>
            <p:cNvGrpSpPr/>
            <p:nvPr/>
          </p:nvGrpSpPr>
          <p:grpSpPr>
            <a:xfrm>
              <a:off x="4108303" y="1402354"/>
              <a:ext cx="2417532" cy="2520521"/>
              <a:chOff x="4130834" y="1389654"/>
              <a:chExt cx="2666206" cy="252052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58C25A0-FDE3-91B0-28B8-859D562C2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692" t="3543" r="32428" b="1060"/>
              <a:stretch>
                <a:fillRect/>
              </a:stretch>
            </p:blipFill>
            <p:spPr>
              <a:xfrm>
                <a:off x="4130834" y="1389654"/>
                <a:ext cx="1263991" cy="25205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9202A2E-AE17-C401-1B74-3F74AD9B7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898" r="32869"/>
              <a:stretch>
                <a:fillRect/>
              </a:stretch>
            </p:blipFill>
            <p:spPr>
              <a:xfrm>
                <a:off x="5432741" y="1389654"/>
                <a:ext cx="1364299" cy="2520521"/>
              </a:xfrm>
              <a:prstGeom prst="rect">
                <a:avLst/>
              </a:prstGeom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6AF37EA-4138-311D-1F64-B545D379D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2539" y="1389654"/>
              <a:ext cx="1495867" cy="25332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6137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75B3-BB6C-9112-5D3B-8CF94B87C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FA1DF3C-6D65-4770-3B99-1FDC8F2BB13C}"/>
              </a:ext>
            </a:extLst>
          </p:cNvPr>
          <p:cNvSpPr/>
          <p:nvPr/>
        </p:nvSpPr>
        <p:spPr>
          <a:xfrm>
            <a:off x="4562787" y="5078684"/>
            <a:ext cx="4245004" cy="1602534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E580E64-B0E9-21B4-50E2-12AC47291F7E}"/>
              </a:ext>
            </a:extLst>
          </p:cNvPr>
          <p:cNvSpPr/>
          <p:nvPr/>
        </p:nvSpPr>
        <p:spPr>
          <a:xfrm>
            <a:off x="305718" y="5123245"/>
            <a:ext cx="3391858" cy="1569660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06EE8E-42C8-601F-F770-75A1E9A46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CURRENT FRAME DISPLAY GUIDELINE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20CB68-5B8B-0E01-3632-717AFBFAB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4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336036-562E-3100-30E0-C8BB5DC799AD}"/>
              </a:ext>
            </a:extLst>
          </p:cNvPr>
          <p:cNvSpPr txBox="1"/>
          <p:nvPr/>
        </p:nvSpPr>
        <p:spPr>
          <a:xfrm>
            <a:off x="336441" y="5123245"/>
            <a:ext cx="3254035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X </a:t>
            </a:r>
            <a:r>
              <a:rPr lang="en-US" sz="1200" b="1" u="sng" dirty="0" err="1">
                <a:solidFill>
                  <a:srgbClr val="002060"/>
                </a:solidFill>
              </a:rPr>
              <a:t>Trưng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bày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hiện</a:t>
            </a:r>
            <a:r>
              <a:rPr lang="en-US" sz="1200" b="1" u="sng" dirty="0">
                <a:solidFill>
                  <a:srgbClr val="002060"/>
                </a:solidFill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</a:rPr>
              <a:t>tại</a:t>
            </a:r>
            <a:r>
              <a:rPr lang="en-US" sz="1200" b="1" u="sng" dirty="0">
                <a:solidFill>
                  <a:srgbClr val="002060"/>
                </a:solidFill>
              </a:rPr>
              <a:t>:</a:t>
            </a:r>
          </a:p>
          <a:p>
            <a:endParaRPr lang="en-US" sz="1200" b="1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Mix &amp; </a:t>
            </a:r>
            <a:r>
              <a:rPr lang="en-US" sz="1200" dirty="0" err="1">
                <a:solidFill>
                  <a:srgbClr val="002060"/>
                </a:solidFill>
              </a:rPr>
              <a:t>Biteez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trưng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bày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chung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trên</a:t>
            </a:r>
            <a:r>
              <a:rPr lang="en-US" sz="1200" dirty="0">
                <a:solidFill>
                  <a:srgbClr val="002060"/>
                </a:solidFill>
              </a:rPr>
              <a:t> Frame Mix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2060"/>
                </a:solidFill>
              </a:rPr>
              <a:t>Không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cho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phép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trưng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bày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Biteez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trên</a:t>
            </a:r>
            <a:r>
              <a:rPr lang="en-US" sz="1200" dirty="0">
                <a:solidFill>
                  <a:srgbClr val="002060"/>
                </a:solidFill>
              </a:rPr>
              <a:t> frame </a:t>
            </a:r>
            <a:r>
              <a:rPr lang="en-US" sz="1200" dirty="0" err="1">
                <a:solidFill>
                  <a:srgbClr val="002060"/>
                </a:solidFill>
              </a:rPr>
              <a:t>trưng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  <a:r>
              <a:rPr lang="en-US" sz="1200" dirty="0" err="1">
                <a:solidFill>
                  <a:srgbClr val="002060"/>
                </a:solidFill>
              </a:rPr>
              <a:t>bày</a:t>
            </a:r>
            <a:r>
              <a:rPr lang="en-US" sz="1200" dirty="0">
                <a:solidFill>
                  <a:srgbClr val="002060"/>
                </a:solidFill>
              </a:rPr>
              <a:t> Mix</a:t>
            </a:r>
          </a:p>
          <a:p>
            <a:pPr marL="171450" indent="-171450">
              <a:buFontTx/>
              <a:buChar char="-"/>
            </a:pPr>
            <a:endParaRPr lang="en-US" sz="11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BA23AA-A8CE-84D5-EDB6-F9014D572D24}"/>
              </a:ext>
            </a:extLst>
          </p:cNvPr>
          <p:cNvSpPr txBox="1"/>
          <p:nvPr/>
        </p:nvSpPr>
        <p:spPr>
          <a:xfrm>
            <a:off x="4572000" y="5106620"/>
            <a:ext cx="42755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✔ </a:t>
            </a:r>
            <a:r>
              <a:rPr lang="en-US" u="sng" dirty="0" err="1"/>
              <a:t>Hướng</a:t>
            </a:r>
            <a:r>
              <a:rPr lang="en-US" u="sng" dirty="0"/>
              <a:t> </a:t>
            </a:r>
            <a:r>
              <a:rPr lang="en-US" u="sng" dirty="0" err="1"/>
              <a:t>dẫn</a:t>
            </a:r>
            <a:r>
              <a:rPr lang="en-US" u="sng" dirty="0"/>
              <a:t> </a:t>
            </a:r>
            <a:r>
              <a:rPr lang="en-US" u="sng" dirty="0" err="1"/>
              <a:t>trưng</a:t>
            </a:r>
            <a:r>
              <a:rPr lang="en-US" u="sng" dirty="0"/>
              <a:t> </a:t>
            </a:r>
            <a:r>
              <a:rPr lang="en-US" u="sng" dirty="0" err="1"/>
              <a:t>bày</a:t>
            </a:r>
            <a:r>
              <a:rPr lang="en-US" u="sng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Nếu chưa có frame Biteez → trưng bày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ngoài frame Mix</a:t>
            </a: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Đặt Biteez bên cạnh/bên dưới, không đặt bên trong frame Mix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Yêu cầu: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02 layers Biteez </a:t>
            </a: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→ trả thêm 02 thùng Biteez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4.5g.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imeline: Từ 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01.12</a:t>
            </a:r>
            <a:r>
              <a:rPr lang="vi-VN" b="0" dirty="0">
                <a:latin typeface="Calibri" panose="020F0502020204030204" pitchFamily="34" charset="0"/>
                <a:cs typeface="Calibri" panose="020F0502020204030204" pitchFamily="34" charset="0"/>
              </a:rPr>
              <a:t> đến khi có frame Biteez mới.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E8596D-97C9-4346-C674-0F8785039EAD}"/>
              </a:ext>
            </a:extLst>
          </p:cNvPr>
          <p:cNvGrpSpPr/>
          <p:nvPr/>
        </p:nvGrpSpPr>
        <p:grpSpPr>
          <a:xfrm>
            <a:off x="492976" y="989171"/>
            <a:ext cx="2738118" cy="3495500"/>
            <a:chOff x="372463" y="1043803"/>
            <a:chExt cx="3251191" cy="38972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AB51D5-BCAB-5F6A-2E44-3A488898C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52" b="5324"/>
            <a:stretch>
              <a:fillRect/>
            </a:stretch>
          </p:blipFill>
          <p:spPr>
            <a:xfrm>
              <a:off x="372463" y="1043803"/>
              <a:ext cx="3251191" cy="3897209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7C7AA2F-ECBB-F177-E4B3-39C010FEEC4F}"/>
                </a:ext>
              </a:extLst>
            </p:cNvPr>
            <p:cNvSpPr/>
            <p:nvPr/>
          </p:nvSpPr>
          <p:spPr>
            <a:xfrm>
              <a:off x="695326" y="2362200"/>
              <a:ext cx="2669020" cy="88916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D53CE17-7A93-1658-300E-FE184D9BA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1" t="9580" b="5498"/>
          <a:stretch>
            <a:fillRect/>
          </a:stretch>
        </p:blipFill>
        <p:spPr>
          <a:xfrm>
            <a:off x="4932866" y="989171"/>
            <a:ext cx="2420618" cy="34955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62D783-2082-786D-E392-17591524B51F}"/>
              </a:ext>
            </a:extLst>
          </p:cNvPr>
          <p:cNvSpPr/>
          <p:nvPr/>
        </p:nvSpPr>
        <p:spPr>
          <a:xfrm>
            <a:off x="5166916" y="3277674"/>
            <a:ext cx="1952521" cy="1103469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93D529-5528-B557-26F0-C9780419E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416" y="4507816"/>
            <a:ext cx="661419" cy="5708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2D047F-B471-FE2E-816B-6E2040994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4837" y="4484671"/>
            <a:ext cx="661419" cy="59401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D4304C-B667-922F-27A6-337B194AF6F1}"/>
              </a:ext>
            </a:extLst>
          </p:cNvPr>
          <p:cNvSpPr/>
          <p:nvPr/>
        </p:nvSpPr>
        <p:spPr>
          <a:xfrm>
            <a:off x="7042548" y="1924814"/>
            <a:ext cx="1471532" cy="1248821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B0F0"/>
                </a:solidFill>
              </a:rPr>
              <a:t>BITEEZ DISPLAY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AC629A-2EE2-4CDF-8768-23BCE9C7AA56}"/>
              </a:ext>
            </a:extLst>
          </p:cNvPr>
          <p:cNvSpPr/>
          <p:nvPr/>
        </p:nvSpPr>
        <p:spPr>
          <a:xfrm>
            <a:off x="3772270" y="1924814"/>
            <a:ext cx="1471532" cy="1248821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B0F0"/>
                </a:solidFill>
              </a:rPr>
              <a:t>BITEEZ DISPLAY</a:t>
            </a:r>
          </a:p>
        </p:txBody>
      </p:sp>
    </p:spTree>
    <p:extLst>
      <p:ext uri="{BB962C8B-B14F-4D97-AF65-F5344CB8AC3E}">
        <p14:creationId xmlns:p14="http://schemas.microsoft.com/office/powerpoint/2010/main" val="314132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62CF4-BD56-75DF-8EAC-7E0E9BF41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ECA23F6-5F1A-CABB-FBA3-271D37776D2E}"/>
              </a:ext>
            </a:extLst>
          </p:cNvPr>
          <p:cNvSpPr/>
          <p:nvPr/>
        </p:nvSpPr>
        <p:spPr>
          <a:xfrm>
            <a:off x="4572001" y="3594101"/>
            <a:ext cx="4416712" cy="2713304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BC1351D-A148-00F2-3EF6-2DF95FFD798F}"/>
              </a:ext>
            </a:extLst>
          </p:cNvPr>
          <p:cNvSpPr/>
          <p:nvPr/>
        </p:nvSpPr>
        <p:spPr>
          <a:xfrm>
            <a:off x="4596278" y="810654"/>
            <a:ext cx="4392435" cy="2713303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3168CF-1C31-8472-BDC8-A659FE496D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STANDARD FRAME DISPLAY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E5A1E0-92F8-37CD-1E7B-8B6F3995F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0F423-8A81-2DD4-ECE2-6EB95EB4D3F4}"/>
              </a:ext>
            </a:extLst>
          </p:cNvPr>
          <p:cNvSpPr txBox="1"/>
          <p:nvPr/>
        </p:nvSpPr>
        <p:spPr>
          <a:xfrm>
            <a:off x="484565" y="6377549"/>
            <a:ext cx="12309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shop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100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MKT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12.2025.</a:t>
            </a: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6ACE2D-1255-C60D-77BF-A0890007EF01}"/>
              </a:ext>
            </a:extLst>
          </p:cNvPr>
          <p:cNvSpPr txBox="1"/>
          <p:nvPr/>
        </p:nvSpPr>
        <p:spPr>
          <a:xfrm>
            <a:off x="4571243" y="874223"/>
            <a:ext cx="45477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200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200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u="sng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mâm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</a:t>
            </a: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1m </a:t>
            </a: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 50g/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Miền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Nam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thiêu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CF0820-0657-9370-B2DB-DE1DD54F89D9}"/>
              </a:ext>
            </a:extLst>
          </p:cNvPr>
          <p:cNvSpPr txBox="1"/>
          <p:nvPr/>
        </p:nvSpPr>
        <p:spPr>
          <a:xfrm>
            <a:off x="4665737" y="3668225"/>
            <a:ext cx="432297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i="1" u="sng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mâm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1m</a:t>
            </a: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1:</a:t>
            </a: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1.5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4.5g/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2:</a:t>
            </a:r>
          </a:p>
          <a:p>
            <a:pPr marL="171450" indent="-171450">
              <a:buFontTx/>
              <a:buChar char="-"/>
            </a:pP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4.5g/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52FA0FD9-D6D8-2FA7-C400-509DB9DD2B78}"/>
              </a:ext>
            </a:extLst>
          </p:cNvPr>
          <p:cNvSpPr/>
          <p:nvPr/>
        </p:nvSpPr>
        <p:spPr>
          <a:xfrm>
            <a:off x="4220309" y="1915454"/>
            <a:ext cx="450166" cy="469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F6563380-BDA5-62B7-F51C-EB57EEDB8270}"/>
              </a:ext>
            </a:extLst>
          </p:cNvPr>
          <p:cNvSpPr/>
          <p:nvPr/>
        </p:nvSpPr>
        <p:spPr>
          <a:xfrm>
            <a:off x="4220309" y="4524244"/>
            <a:ext cx="450166" cy="469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436981-26C0-83B1-780C-ABE1F20059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42"/>
          <a:stretch>
            <a:fillRect/>
          </a:stretch>
        </p:blipFill>
        <p:spPr>
          <a:xfrm>
            <a:off x="150287" y="1286153"/>
            <a:ext cx="4114736" cy="4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29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E525E-16E6-CF53-025B-43DB0A356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CF38C1-16EF-F740-891A-3D0EEA019963}"/>
              </a:ext>
            </a:extLst>
          </p:cNvPr>
          <p:cNvSpPr/>
          <p:nvPr/>
        </p:nvSpPr>
        <p:spPr>
          <a:xfrm>
            <a:off x="4061192" y="4125264"/>
            <a:ext cx="4903010" cy="2544223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33F919-93F1-822B-05AD-7147096E5E08}"/>
              </a:ext>
            </a:extLst>
          </p:cNvPr>
          <p:cNvSpPr/>
          <p:nvPr/>
        </p:nvSpPr>
        <p:spPr>
          <a:xfrm>
            <a:off x="4009406" y="1081064"/>
            <a:ext cx="4903010" cy="2831643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B84E9B-6E16-8806-1B66-948BFA55A7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STANDEE &amp; HANGER DISPLAY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A41983-D005-4F9F-8B06-6711F147C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6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2857F6-D44D-6CF7-028D-19E5DDB12245}"/>
              </a:ext>
            </a:extLst>
          </p:cNvPr>
          <p:cNvSpPr txBox="1"/>
          <p:nvPr/>
        </p:nvSpPr>
        <p:spPr>
          <a:xfrm>
            <a:off x="4061192" y="1133139"/>
            <a:ext cx="48512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endParaRPr lang="en-US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Standee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18g &amp;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Standee Mix: 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 50g (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Ớt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cay, Rong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biển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Gà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cay HQ).</a:t>
            </a:r>
            <a:endParaRPr lang="en-US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Doanh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1.5 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endParaRPr lang="en-US" sz="1200" u="sng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Parteez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4.5 g</a:t>
            </a:r>
          </a:p>
          <a:p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Mix: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01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 50g</a:t>
            </a:r>
          </a:p>
          <a:p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thước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0.6 mL x 1.4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mH</a:t>
            </a:r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01/07/2026.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20EEE7-2EC2-FF64-615C-467C5F0C4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0" t="19246" r="18063" b="16690"/>
          <a:stretch>
            <a:fillRect/>
          </a:stretch>
        </p:blipFill>
        <p:spPr>
          <a:xfrm>
            <a:off x="318423" y="4337820"/>
            <a:ext cx="1802532" cy="22458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560AB6-A379-1DE6-FBC2-787B4C5205FF}"/>
              </a:ext>
            </a:extLst>
          </p:cNvPr>
          <p:cNvSpPr txBox="1"/>
          <p:nvPr/>
        </p:nvSpPr>
        <p:spPr>
          <a:xfrm>
            <a:off x="4108868" y="4302145"/>
            <a:ext cx="503733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- Hanger Mix: Mix 50g or Mix 20g</a:t>
            </a:r>
          </a:p>
          <a:p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- Hanger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18 g.</a:t>
            </a:r>
          </a:p>
          <a:p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shop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nhìn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shop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 &amp;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12.2025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Miễn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84AE30-01DF-26C9-3431-4960E83D8A3D}"/>
              </a:ext>
            </a:extLst>
          </p:cNvPr>
          <p:cNvSpPr txBox="1"/>
          <p:nvPr/>
        </p:nvSpPr>
        <p:spPr>
          <a:xfrm>
            <a:off x="126998" y="804065"/>
            <a:ext cx="1617249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STANDEE DISPLAY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CDF8F5-7482-E95B-386B-565AFEBFE2EA}"/>
              </a:ext>
            </a:extLst>
          </p:cNvPr>
          <p:cNvSpPr txBox="1"/>
          <p:nvPr/>
        </p:nvSpPr>
        <p:spPr>
          <a:xfrm>
            <a:off x="126997" y="3986764"/>
            <a:ext cx="1617249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HANGER DISPLAY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7B8708F-6BB3-9142-F520-A87E74BAEBFF}"/>
              </a:ext>
            </a:extLst>
          </p:cNvPr>
          <p:cNvGrpSpPr/>
          <p:nvPr/>
        </p:nvGrpSpPr>
        <p:grpSpPr>
          <a:xfrm>
            <a:off x="263133" y="1183228"/>
            <a:ext cx="3345787" cy="2729479"/>
            <a:chOff x="346660" y="1263991"/>
            <a:chExt cx="3345787" cy="272947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4657017-C45B-1AB0-7D3E-ABDC3D265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057" t="2138" r="30765" b="1061"/>
            <a:stretch>
              <a:fillRect/>
            </a:stretch>
          </p:blipFill>
          <p:spPr>
            <a:xfrm>
              <a:off x="346660" y="1263991"/>
              <a:ext cx="1617249" cy="272947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AD2289-9514-7978-E34D-7DB981070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77" r="33220"/>
            <a:stretch>
              <a:fillRect/>
            </a:stretch>
          </p:blipFill>
          <p:spPr>
            <a:xfrm>
              <a:off x="2075199" y="1263991"/>
              <a:ext cx="1617248" cy="2729479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C31D659-F9FD-5A64-E78B-7ED8369990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r="6854"/>
          <a:stretch>
            <a:fillRect/>
          </a:stretch>
        </p:blipFill>
        <p:spPr>
          <a:xfrm>
            <a:off x="2247355" y="4337820"/>
            <a:ext cx="1566717" cy="233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83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C9A87-39EC-72C1-2E22-722A861B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699EDA-92AB-8927-730E-A2557307487E}"/>
              </a:ext>
            </a:extLst>
          </p:cNvPr>
          <p:cNvSpPr/>
          <p:nvPr/>
        </p:nvSpPr>
        <p:spPr>
          <a:xfrm>
            <a:off x="4061192" y="4125264"/>
            <a:ext cx="4903010" cy="2544223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C36986-32DA-132A-7669-474028D4944A}"/>
              </a:ext>
            </a:extLst>
          </p:cNvPr>
          <p:cNvSpPr/>
          <p:nvPr/>
        </p:nvSpPr>
        <p:spPr>
          <a:xfrm>
            <a:off x="4009406" y="1081064"/>
            <a:ext cx="4903010" cy="2831643"/>
          </a:xfrm>
          <a:prstGeom prst="roundRect">
            <a:avLst>
              <a:gd name="adj" fmla="val 717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F29EE7-B1D3-6DEB-4425-19AC7069EA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STANDEE &amp; HANGER DISPLAY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D96DAD-0D19-937F-D6B8-E7A01E2C6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7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EAA2D0-8C2E-B48E-5B28-13D2AB97AA49}"/>
              </a:ext>
            </a:extLst>
          </p:cNvPr>
          <p:cNvSpPr txBox="1"/>
          <p:nvPr/>
        </p:nvSpPr>
        <p:spPr>
          <a:xfrm>
            <a:off x="4061192" y="1133139"/>
            <a:ext cx="48512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endParaRPr lang="en-US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Standee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18g &amp;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Standee Mix: 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 50g (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Ớt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cay, Rong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biển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Gà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cay HQ).</a:t>
            </a:r>
            <a:endParaRPr lang="en-US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Doanh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sz="1200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1200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1.5 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200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endParaRPr lang="en-US" sz="1200" u="sng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Parteez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4.5 g</a:t>
            </a:r>
          </a:p>
          <a:p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  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Mix: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01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thùng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 50g</a:t>
            </a:r>
          </a:p>
          <a:p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thước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0.6 mL x 1.4 </a:t>
            </a:r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mH</a:t>
            </a:r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01/07/2026.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A8B556-57CB-DBAC-1A7B-4506A9140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0" t="19246" r="18063" b="16690"/>
          <a:stretch>
            <a:fillRect/>
          </a:stretch>
        </p:blipFill>
        <p:spPr>
          <a:xfrm>
            <a:off x="318423" y="4337820"/>
            <a:ext cx="1802532" cy="22458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810613-FCF7-23B0-B25A-32141F297E50}"/>
              </a:ext>
            </a:extLst>
          </p:cNvPr>
          <p:cNvSpPr txBox="1"/>
          <p:nvPr/>
        </p:nvSpPr>
        <p:spPr>
          <a:xfrm>
            <a:off x="4108868" y="4302145"/>
            <a:ext cx="503733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- Hanger Mix: Mix 50g or Mix 20g</a:t>
            </a:r>
          </a:p>
          <a:p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- Hanger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18 g.</a:t>
            </a:r>
          </a:p>
          <a:p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u="sng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200" b="1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i="1" u="sng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shop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nhìn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shop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 &amp;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Biteez</a:t>
            </a: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12.2025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thưởng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Miễn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en-US" sz="12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F684E-E558-ECA8-B8A1-A1EE773D1142}"/>
              </a:ext>
            </a:extLst>
          </p:cNvPr>
          <p:cNvSpPr txBox="1"/>
          <p:nvPr/>
        </p:nvSpPr>
        <p:spPr>
          <a:xfrm>
            <a:off x="126998" y="804065"/>
            <a:ext cx="1617249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STANDEE DISPLAY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AD30F-0656-8863-45D1-E15D2B3CB4ED}"/>
              </a:ext>
            </a:extLst>
          </p:cNvPr>
          <p:cNvSpPr txBox="1"/>
          <p:nvPr/>
        </p:nvSpPr>
        <p:spPr>
          <a:xfrm>
            <a:off x="126997" y="3986764"/>
            <a:ext cx="1617249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HANGER DISPLAY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CA77AF-1459-499A-56D3-A3FF1B46D9F5}"/>
              </a:ext>
            </a:extLst>
          </p:cNvPr>
          <p:cNvGrpSpPr/>
          <p:nvPr/>
        </p:nvGrpSpPr>
        <p:grpSpPr>
          <a:xfrm>
            <a:off x="263133" y="1183228"/>
            <a:ext cx="3345787" cy="2729479"/>
            <a:chOff x="346660" y="1263991"/>
            <a:chExt cx="3345787" cy="272947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684CE3B-DEC4-B133-B55E-97F85EFAC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057" t="2138" r="30765" b="1061"/>
            <a:stretch>
              <a:fillRect/>
            </a:stretch>
          </p:blipFill>
          <p:spPr>
            <a:xfrm>
              <a:off x="346660" y="1263991"/>
              <a:ext cx="1617249" cy="272947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E344617-F251-5E34-2255-EE79EE017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77" r="33220"/>
            <a:stretch>
              <a:fillRect/>
            </a:stretch>
          </p:blipFill>
          <p:spPr>
            <a:xfrm>
              <a:off x="2075199" y="1263991"/>
              <a:ext cx="1617248" cy="2729479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04633A4-53B0-1BF0-70FC-D88FD21AEB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r="6854"/>
          <a:stretch>
            <a:fillRect/>
          </a:stretch>
        </p:blipFill>
        <p:spPr>
          <a:xfrm>
            <a:off x="2247355" y="4337820"/>
            <a:ext cx="1566717" cy="233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04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B9F73-104E-2573-BDFA-0F8E21F9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85D273-409C-6AC9-2B49-85CC5A4B3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7159"/>
            <a:ext cx="9144000" cy="331622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E36B33-79A9-A49A-1518-E1E5B5A6E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Display program TT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FFD9DA-FB2F-DEB5-4526-AF15FD82B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8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49D48-BF16-2867-B310-326D83B3D6DC}"/>
              </a:ext>
            </a:extLst>
          </p:cNvPr>
          <p:cNvSpPr txBox="1"/>
          <p:nvPr/>
        </p:nvSpPr>
        <p:spPr>
          <a:xfrm>
            <a:off x="70338" y="796376"/>
            <a:ext cx="30699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02060"/>
                </a:solidFill>
              </a:rPr>
              <a:t>TARGET FRAME DISPLAY</a:t>
            </a:r>
          </a:p>
          <a:p>
            <a:pPr algn="l"/>
            <a:r>
              <a:rPr lang="en-US" sz="1600" i="0" u="none" strike="noStrike" dirty="0">
                <a:solidFill>
                  <a:srgbClr val="002060"/>
                </a:solidFill>
                <a:effectLst/>
              </a:rPr>
              <a:t>Unit: Outlet</a:t>
            </a:r>
            <a:endParaRPr lang="en-GB" sz="1600" i="0" u="none" strike="noStrike" dirty="0">
              <a:solidFill>
                <a:srgbClr val="00206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CC30FE-B5F8-37F1-1D8B-5381089BE617}"/>
              </a:ext>
            </a:extLst>
          </p:cNvPr>
          <p:cNvSpPr txBox="1"/>
          <p:nvPr/>
        </p:nvSpPr>
        <p:spPr>
          <a:xfrm>
            <a:off x="70338" y="5115424"/>
            <a:ext cx="77122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02060"/>
                </a:solidFill>
              </a:rPr>
              <a:t>Target shop display Nationwide FY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Frame: </a:t>
            </a:r>
            <a:r>
              <a:rPr lang="en-US" sz="1600" dirty="0" err="1">
                <a:solidFill>
                  <a:srgbClr val="002060"/>
                </a:solidFill>
              </a:rPr>
              <a:t>tối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thiểu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b="1" dirty="0">
                <a:solidFill>
                  <a:srgbClr val="002060"/>
                </a:solidFill>
              </a:rPr>
              <a:t>5 outlets Mix/ KAE, 5 outlets </a:t>
            </a:r>
            <a:r>
              <a:rPr lang="en-US" sz="1600" b="1" dirty="0" err="1">
                <a:solidFill>
                  <a:srgbClr val="002060"/>
                </a:solidFill>
              </a:rPr>
              <a:t>BiteeZ</a:t>
            </a:r>
            <a:r>
              <a:rPr lang="en-US" sz="1600" b="1" dirty="0">
                <a:solidFill>
                  <a:srgbClr val="002060"/>
                </a:solidFill>
              </a:rPr>
              <a:t>/ KAE</a:t>
            </a:r>
            <a:r>
              <a:rPr lang="en-US" sz="1600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0" u="none" strike="noStrike" dirty="0">
                <a:solidFill>
                  <a:srgbClr val="002060"/>
                </a:solidFill>
                <a:effectLst/>
              </a:rPr>
              <a:t>Standee </a:t>
            </a:r>
            <a:r>
              <a:rPr lang="en-US" sz="1600" i="0" u="none" strike="noStrike" dirty="0" err="1">
                <a:solidFill>
                  <a:srgbClr val="002060"/>
                </a:solidFill>
                <a:effectLst/>
              </a:rPr>
              <a:t>Biteez</a:t>
            </a:r>
            <a:r>
              <a:rPr lang="en-US" sz="1600" i="0" u="none" strike="noStrike" dirty="0">
                <a:solidFill>
                  <a:srgbClr val="002060"/>
                </a:solidFill>
                <a:effectLst/>
              </a:rPr>
              <a:t> &amp; </a:t>
            </a:r>
            <a:r>
              <a:rPr lang="en-US" sz="1600" i="0" u="none" strike="noStrike" dirty="0" err="1">
                <a:solidFill>
                  <a:srgbClr val="002060"/>
                </a:solidFill>
                <a:effectLst/>
              </a:rPr>
              <a:t>Parteez</a:t>
            </a:r>
            <a:r>
              <a:rPr lang="en-US" sz="1600" i="0" u="none" strike="noStrike" dirty="0">
                <a:solidFill>
                  <a:srgbClr val="002060"/>
                </a:solidFill>
                <a:effectLst/>
              </a:rPr>
              <a:t>: </a:t>
            </a:r>
            <a:r>
              <a:rPr lang="en-US" sz="1600" dirty="0" err="1">
                <a:solidFill>
                  <a:srgbClr val="002060"/>
                </a:solidFill>
              </a:rPr>
              <a:t>tối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thiểu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b="1" dirty="0">
                <a:solidFill>
                  <a:srgbClr val="002060"/>
                </a:solidFill>
              </a:rPr>
              <a:t>2 outlets/ KAE</a:t>
            </a:r>
            <a:r>
              <a:rPr lang="en-US" sz="1600" i="0" u="none" strike="noStrike" dirty="0">
                <a:solidFill>
                  <a:srgbClr val="002060"/>
                </a:solidFill>
                <a:effectLst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Standee Mix: </a:t>
            </a:r>
            <a:r>
              <a:rPr lang="en-US" sz="1600" dirty="0" err="1">
                <a:solidFill>
                  <a:srgbClr val="002060"/>
                </a:solidFill>
              </a:rPr>
              <a:t>tối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thiểu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b="1" dirty="0">
                <a:solidFill>
                  <a:srgbClr val="002060"/>
                </a:solidFill>
              </a:rPr>
              <a:t>2 outlets/ KAE</a:t>
            </a:r>
            <a:endParaRPr lang="en-US" sz="1600" b="1" i="0" u="none" strike="noStrike" dirty="0">
              <a:solidFill>
                <a:srgbClr val="00206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Hanger: </a:t>
            </a:r>
            <a:r>
              <a:rPr lang="en-US" sz="1600" b="1" dirty="0">
                <a:solidFill>
                  <a:srgbClr val="002060"/>
                </a:solidFill>
              </a:rPr>
              <a:t>8,000</a:t>
            </a:r>
            <a:r>
              <a:rPr lang="en-US" sz="1600" dirty="0">
                <a:solidFill>
                  <a:srgbClr val="002060"/>
                </a:solidFill>
              </a:rPr>
              <a:t> outlets (</a:t>
            </a:r>
            <a:r>
              <a:rPr lang="en-US" sz="1600" b="1" dirty="0">
                <a:solidFill>
                  <a:srgbClr val="002060"/>
                </a:solidFill>
              </a:rPr>
              <a:t>Mix: 4,000 </a:t>
            </a:r>
            <a:r>
              <a:rPr lang="en-US" sz="1600" dirty="0">
                <a:solidFill>
                  <a:srgbClr val="002060"/>
                </a:solidFill>
              </a:rPr>
              <a:t>outlets &amp; </a:t>
            </a:r>
            <a:r>
              <a:rPr lang="en-US" sz="1600" b="1" dirty="0" err="1">
                <a:solidFill>
                  <a:srgbClr val="002060"/>
                </a:solidFill>
              </a:rPr>
              <a:t>Biteez</a:t>
            </a:r>
            <a:r>
              <a:rPr lang="en-US" sz="1600" b="1" dirty="0">
                <a:solidFill>
                  <a:srgbClr val="002060"/>
                </a:solidFill>
              </a:rPr>
              <a:t> 4,000 </a:t>
            </a:r>
            <a:r>
              <a:rPr lang="en-US" sz="1600" dirty="0">
                <a:solidFill>
                  <a:srgbClr val="002060"/>
                </a:solidFill>
              </a:rPr>
              <a:t>outlets)</a:t>
            </a:r>
            <a:endParaRPr lang="en-US" sz="1600" i="0" u="none" strike="noStrike" dirty="0">
              <a:solidFill>
                <a:srgbClr val="002060"/>
              </a:solidFill>
              <a:effectLst/>
            </a:endParaRPr>
          </a:p>
          <a:p>
            <a:pPr algn="l"/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Note: Các Khu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vực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cân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nhắc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điều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chỉnh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số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lượng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tùy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theo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năng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lực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của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từng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khu</a:t>
            </a:r>
            <a:r>
              <a:rPr lang="en-GB" sz="1600" b="1" i="1" u="none" strike="noStrike" dirty="0">
                <a:solidFill>
                  <a:srgbClr val="002060"/>
                </a:solidFill>
                <a:effectLst/>
              </a:rPr>
              <a:t> </a:t>
            </a:r>
            <a:r>
              <a:rPr lang="en-GB" sz="1600" b="1" i="1" u="none" strike="noStrike" dirty="0" err="1">
                <a:solidFill>
                  <a:srgbClr val="002060"/>
                </a:solidFill>
                <a:effectLst/>
              </a:rPr>
              <a:t>vực</a:t>
            </a:r>
            <a:endParaRPr lang="en-GB" sz="1600" b="1" i="1" u="none" strike="noStrike" dirty="0">
              <a:solidFill>
                <a:srgbClr val="002060"/>
              </a:solidFill>
              <a:effectLst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F0252C-5892-573B-B046-004428AAAE9B}"/>
              </a:ext>
            </a:extLst>
          </p:cNvPr>
          <p:cNvSpPr/>
          <p:nvPr/>
        </p:nvSpPr>
        <p:spPr>
          <a:xfrm>
            <a:off x="8377960" y="3873499"/>
            <a:ext cx="766040" cy="1079883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18671</TotalTime>
  <Words>782</Words>
  <Application>Microsoft Office PowerPoint</Application>
  <PresentationFormat>On-screen Show (4:3)</PresentationFormat>
  <Paragraphs>156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Cordia New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Hien Doan</dc:creator>
  <cp:lastModifiedBy>Lê Thị Thanh Tuyền</cp:lastModifiedBy>
  <cp:revision>177</cp:revision>
  <cp:lastPrinted>2025-06-17T02:06:44Z</cp:lastPrinted>
  <dcterms:created xsi:type="dcterms:W3CDTF">2025-01-02T10:20:13Z</dcterms:created>
  <dcterms:modified xsi:type="dcterms:W3CDTF">2026-07-23T07:13:04Z</dcterms:modified>
</cp:coreProperties>
</file>