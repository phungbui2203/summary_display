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4"/>
  </p:notesMasterIdLst>
  <p:sldIdLst>
    <p:sldId id="6270" r:id="rId2"/>
    <p:sldId id="2147470545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56" autoAdjust="0"/>
    <p:restoredTop sz="94308" autoAdjust="0"/>
  </p:normalViewPr>
  <p:slideViewPr>
    <p:cSldViewPr snapToGrid="0">
      <p:cViewPr varScale="1">
        <p:scale>
          <a:sx n="90" d="100"/>
          <a:sy n="90" d="100"/>
        </p:scale>
        <p:origin x="168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9DAFD9-3BC9-458C-BEC4-070A0FFD660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B3B3B4-060E-4838-B389-2090F5E9E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01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3FFF1-5A52-4B1F-BCC5-965931AB53BF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246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66895-777A-E6E1-9D58-627607316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690CF0-2357-7500-FA3C-3D6407135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54C1C3-2E46-38CF-55F9-F4669CCBC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B4A33-6E09-67E9-213F-14EE2EFBAA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3B3B4-060E-4838-B389-2090F5E9E8B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442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678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41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114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733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412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536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365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446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087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657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134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I Template Powerpoint W-01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388" y="0"/>
            <a:ext cx="9148388" cy="6858000"/>
          </a:xfrm>
          <a:prstGeom prst="rect">
            <a:avLst/>
          </a:prstGeom>
        </p:spPr>
      </p:pic>
      <p:sp>
        <p:nvSpPr>
          <p:cNvPr id="28" name="Text Placeholder 27"/>
          <p:cNvSpPr>
            <a:spLocks noGrp="1"/>
          </p:cNvSpPr>
          <p:nvPr>
            <p:ph type="body" sz="quarter" idx="12" hasCustomPrompt="1"/>
          </p:nvPr>
        </p:nvSpPr>
        <p:spPr>
          <a:xfrm>
            <a:off x="1083279" y="3318213"/>
            <a:ext cx="6966605" cy="649517"/>
          </a:xfrm>
        </p:spPr>
        <p:txBody>
          <a:bodyPr anchor="ctr">
            <a:noAutofit/>
          </a:bodyPr>
          <a:lstStyle>
            <a:lvl1pPr marL="0" indent="0" algn="ctr">
              <a:buNone/>
              <a:defRPr sz="4500" b="1" baseline="0">
                <a:solidFill>
                  <a:srgbClr val="30513E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9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1083279" y="3970980"/>
            <a:ext cx="6966605" cy="689113"/>
          </a:xfrm>
        </p:spPr>
        <p:txBody>
          <a:bodyPr anchor="ctr">
            <a:noAutofit/>
          </a:bodyPr>
          <a:lstStyle>
            <a:lvl1pPr marL="0" indent="0" algn="ctr">
              <a:buNone/>
              <a:defRPr sz="2700" b="0" baseline="0">
                <a:solidFill>
                  <a:srgbClr val="2AA73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</a:lstStyle>
          <a:p>
            <a:pPr lvl="0"/>
            <a:r>
              <a:rPr lang="en-US" dirty="0"/>
              <a:t>Insert name / division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14" hasCustomPrompt="1"/>
          </p:nvPr>
        </p:nvSpPr>
        <p:spPr>
          <a:xfrm>
            <a:off x="6855075" y="6343228"/>
            <a:ext cx="2205264" cy="332207"/>
          </a:xfrm>
        </p:spPr>
        <p:txBody>
          <a:bodyPr>
            <a:noAutofit/>
          </a:bodyPr>
          <a:lstStyle>
            <a:lvl1pPr marL="0" indent="0" algn="r">
              <a:buNone/>
              <a:defRPr sz="2100" b="0" baseline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</a:lstStyle>
          <a:p>
            <a:pPr lvl="0"/>
            <a:r>
              <a:rPr lang="en-US" dirty="0"/>
              <a:t>Insert date</a:t>
            </a:r>
          </a:p>
        </p:txBody>
      </p:sp>
    </p:spTree>
    <p:extLst>
      <p:ext uri="{BB962C8B-B14F-4D97-AF65-F5344CB8AC3E}">
        <p14:creationId xmlns:p14="http://schemas.microsoft.com/office/powerpoint/2010/main" val="14199119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I Template Powerpoint W-02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678" y="0"/>
            <a:ext cx="9151679" cy="6858000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1800520" y="72743"/>
            <a:ext cx="7063542" cy="518867"/>
          </a:xfrm>
        </p:spPr>
        <p:txBody>
          <a:bodyPr>
            <a:noAutofit/>
          </a:bodyPr>
          <a:lstStyle>
            <a:lvl1pPr marL="0" indent="0" algn="r">
              <a:buNone/>
              <a:defRPr sz="3000" b="1">
                <a:solidFill>
                  <a:srgbClr val="30513E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BEE3581-208B-C807-8E79-FF83D5FB4F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BD734-9636-014D-93D9-1181353D7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64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6234A-CB44-4313-8953-C0EDF402ADD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048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0" y="3943026"/>
            <a:ext cx="9144000" cy="516835"/>
          </a:xfrm>
        </p:spPr>
        <p:txBody>
          <a:bodyPr/>
          <a:lstStyle/>
          <a:p>
            <a:endParaRPr lang="en-US" sz="3500" dirty="0"/>
          </a:p>
          <a:p>
            <a:r>
              <a:rPr lang="en-US" sz="2700" i="1" dirty="0">
                <a:solidFill>
                  <a:srgbClr val="0066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CUSTOMER INFORMATION </a:t>
            </a:r>
            <a:endParaRPr lang="en-US" sz="2700" i="1" dirty="0">
              <a:solidFill>
                <a:srgbClr val="0066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7390435" y="5659981"/>
            <a:ext cx="1653948" cy="24915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CAB6F088-6169-1668-9498-62141577CBCD}"/>
              </a:ext>
            </a:extLst>
          </p:cNvPr>
          <p:cNvSpPr txBox="1">
            <a:spLocks/>
          </p:cNvSpPr>
          <p:nvPr/>
        </p:nvSpPr>
        <p:spPr>
          <a:xfrm>
            <a:off x="1143000" y="3225591"/>
            <a:ext cx="6858000" cy="48713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6000" b="1" kern="1200" baseline="0">
                <a:solidFill>
                  <a:srgbClr val="30513E"/>
                </a:solidFill>
                <a:latin typeface="Cordia New" panose="020B0304020202020204" pitchFamily="34" charset="-34"/>
                <a:ea typeface="+mn-ea"/>
                <a:cs typeface="Cordia New" panose="020B0304020202020204" pitchFamily="34" charset="-34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2500" b="0" dirty="0">
              <a:solidFill>
                <a:srgbClr val="0066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it-IT" sz="2500" b="0" dirty="0">
                <a:solidFill>
                  <a:srgbClr val="0066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DISPLAY PROJECT TT CHANNEL</a:t>
            </a:r>
          </a:p>
        </p:txBody>
      </p:sp>
    </p:spTree>
    <p:extLst>
      <p:ext uri="{BB962C8B-B14F-4D97-AF65-F5344CB8AC3E}">
        <p14:creationId xmlns:p14="http://schemas.microsoft.com/office/powerpoint/2010/main" val="1776676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9A819-A703-AA03-7835-F4914E11A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2FC9BEA-B668-1C5F-5FA3-BDD8B07D0A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44249" y="72743"/>
            <a:ext cx="7063542" cy="518867"/>
          </a:xfrm>
        </p:spPr>
        <p:txBody>
          <a:bodyPr/>
          <a:lstStyle/>
          <a:p>
            <a:r>
              <a:rPr lang="en-US" sz="3600" dirty="0"/>
              <a:t>CUSTOMER INFORMATION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873189-4303-6EFA-9DF3-157CE3F336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041270" y="5780754"/>
            <a:ext cx="1983535" cy="365125"/>
          </a:xfrm>
        </p:spPr>
        <p:txBody>
          <a:bodyPr/>
          <a:lstStyle/>
          <a:p>
            <a:fld id="{503BD734-9636-014D-93D9-1181353D778D}" type="slidenum">
              <a:rPr lang="en-US" smtClean="0"/>
              <a:t>2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FEC913F-2492-96EE-D118-7004D0AC81C5}"/>
              </a:ext>
            </a:extLst>
          </p:cNvPr>
          <p:cNvSpPr/>
          <p:nvPr/>
        </p:nvSpPr>
        <p:spPr>
          <a:xfrm>
            <a:off x="118055" y="2986743"/>
            <a:ext cx="4268490" cy="20564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3A2A282-F04B-0CFA-3B4A-A905E68C2951}"/>
              </a:ext>
            </a:extLst>
          </p:cNvPr>
          <p:cNvSpPr/>
          <p:nvPr/>
        </p:nvSpPr>
        <p:spPr>
          <a:xfrm>
            <a:off x="4572000" y="1972548"/>
            <a:ext cx="4528129" cy="4479052"/>
          </a:xfrm>
          <a:prstGeom prst="round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B58A142-D185-0CF2-3CA1-DE7C475BCC58}"/>
              </a:ext>
            </a:extLst>
          </p:cNvPr>
          <p:cNvGrpSpPr/>
          <p:nvPr/>
        </p:nvGrpSpPr>
        <p:grpSpPr>
          <a:xfrm>
            <a:off x="278613" y="4722088"/>
            <a:ext cx="3897579" cy="327211"/>
            <a:chOff x="402193" y="5853502"/>
            <a:chExt cx="3897579" cy="327211"/>
          </a:xfrm>
        </p:grpSpPr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A298DA72-5965-78B6-AE63-CEA72C544A8A}"/>
                </a:ext>
              </a:extLst>
            </p:cNvPr>
            <p:cNvSpPr txBox="1">
              <a:spLocks/>
            </p:cNvSpPr>
            <p:nvPr/>
          </p:nvSpPr>
          <p:spPr>
            <a:xfrm>
              <a:off x="402193" y="5853502"/>
              <a:ext cx="827312" cy="3211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en-US"/>
              </a:defPPr>
              <a:lvl1pPr algn="ctr" defTabSz="914400">
                <a:lnSpc>
                  <a:spcPct val="90000"/>
                </a:lnSpc>
                <a:spcBef>
                  <a:spcPct val="0"/>
                </a:spcBef>
                <a:buNone/>
                <a:defRPr sz="1400" b="1">
                  <a:latin typeface="Cambria" panose="02040503050406030204" pitchFamily="18" charset="0"/>
                  <a:ea typeface="Cambria" panose="02040503050406030204" pitchFamily="18" charset="0"/>
                  <a:cs typeface="+mj-cs"/>
                </a:defRPr>
              </a:lvl1pPr>
            </a:lstStyle>
            <a:p>
              <a:r>
                <a:rPr lang="en-US" sz="1000" dirty="0"/>
                <a:t>Front</a:t>
              </a:r>
            </a:p>
            <a:p>
              <a:r>
                <a:rPr lang="en-US" sz="1000" dirty="0" err="1"/>
                <a:t>Mặt</a:t>
              </a:r>
              <a:r>
                <a:rPr lang="en-US" sz="1000" dirty="0"/>
                <a:t> </a:t>
              </a:r>
              <a:r>
                <a:rPr lang="en-US" sz="1000" dirty="0" err="1"/>
                <a:t>trước</a:t>
              </a:r>
              <a:endParaRPr lang="en-US" sz="1000" dirty="0"/>
            </a:p>
          </p:txBody>
        </p:sp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79D762BB-1CD0-77AE-CD36-71C4D5EA9688}"/>
                </a:ext>
              </a:extLst>
            </p:cNvPr>
            <p:cNvSpPr txBox="1">
              <a:spLocks/>
            </p:cNvSpPr>
            <p:nvPr/>
          </p:nvSpPr>
          <p:spPr>
            <a:xfrm>
              <a:off x="1820962" y="5859607"/>
              <a:ext cx="962275" cy="3211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70000" lnSpcReduction="2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1400" b="1" dirty="0">
                  <a:latin typeface="Cambria" panose="02040503050406030204" pitchFamily="18" charset="0"/>
                  <a:ea typeface="Cambria" panose="02040503050406030204" pitchFamily="18" charset="0"/>
                </a:rPr>
                <a:t>Left Side</a:t>
              </a:r>
            </a:p>
            <a:p>
              <a:pPr algn="ctr"/>
              <a:r>
                <a:rPr lang="en-US" sz="1400" b="1" dirty="0" err="1">
                  <a:latin typeface="Cambria" panose="02040503050406030204" pitchFamily="18" charset="0"/>
                  <a:ea typeface="Cambria" panose="02040503050406030204" pitchFamily="18" charset="0"/>
                </a:rPr>
                <a:t>Bên</a:t>
              </a:r>
              <a:r>
                <a:rPr lang="en-US" sz="1400" b="1" dirty="0">
                  <a:latin typeface="Cambria" panose="02040503050406030204" pitchFamily="18" charset="0"/>
                  <a:ea typeface="Cambria" panose="02040503050406030204" pitchFamily="18" charset="0"/>
                </a:rPr>
                <a:t> </a:t>
              </a:r>
              <a:r>
                <a:rPr lang="en-US" sz="1400" b="1" dirty="0" err="1">
                  <a:latin typeface="Cambria" panose="02040503050406030204" pitchFamily="18" charset="0"/>
                  <a:ea typeface="Cambria" panose="02040503050406030204" pitchFamily="18" charset="0"/>
                </a:rPr>
                <a:t>trái</a:t>
              </a:r>
              <a:endParaRPr lang="en-US" sz="1400" b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41DE8301-69FF-3209-8A48-692A53CD4C19}"/>
                </a:ext>
              </a:extLst>
            </p:cNvPr>
            <p:cNvSpPr txBox="1">
              <a:spLocks/>
            </p:cNvSpPr>
            <p:nvPr/>
          </p:nvSpPr>
          <p:spPr>
            <a:xfrm>
              <a:off x="3337497" y="5853502"/>
              <a:ext cx="962275" cy="3211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70000" lnSpcReduction="2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1400" b="1" dirty="0">
                  <a:latin typeface="Cambria" panose="02040503050406030204" pitchFamily="18" charset="0"/>
                  <a:ea typeface="Cambria" panose="02040503050406030204" pitchFamily="18" charset="0"/>
                </a:rPr>
                <a:t>Right Side</a:t>
              </a:r>
            </a:p>
            <a:p>
              <a:pPr algn="ctr"/>
              <a:r>
                <a:rPr lang="en-US" sz="1400" b="1" dirty="0" err="1">
                  <a:latin typeface="Cambria" panose="02040503050406030204" pitchFamily="18" charset="0"/>
                  <a:ea typeface="Cambria" panose="02040503050406030204" pitchFamily="18" charset="0"/>
                </a:rPr>
                <a:t>Bên</a:t>
              </a:r>
              <a:r>
                <a:rPr lang="en-US" sz="1400" b="1" dirty="0">
                  <a:latin typeface="Cambria" panose="02040503050406030204" pitchFamily="18" charset="0"/>
                  <a:ea typeface="Cambria" panose="02040503050406030204" pitchFamily="18" charset="0"/>
                </a:rPr>
                <a:t> </a:t>
              </a:r>
              <a:r>
                <a:rPr lang="en-US" sz="1400" b="1" dirty="0" err="1">
                  <a:latin typeface="Cambria" panose="02040503050406030204" pitchFamily="18" charset="0"/>
                  <a:ea typeface="Cambria" panose="02040503050406030204" pitchFamily="18" charset="0"/>
                </a:rPr>
                <a:t>phải</a:t>
              </a:r>
              <a:endParaRPr lang="en-US" sz="1400" b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aphicFrame>
        <p:nvGraphicFramePr>
          <p:cNvPr id="13" name="Table 6">
            <a:extLst>
              <a:ext uri="{FF2B5EF4-FFF2-40B4-BE49-F238E27FC236}">
                <a16:creationId xmlns:a16="http://schemas.microsoft.com/office/drawing/2014/main" id="{74849448-0C80-96D3-6290-DEF9E88F16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746655"/>
              </p:ext>
            </p:extLst>
          </p:nvPr>
        </p:nvGraphicFramePr>
        <p:xfrm>
          <a:off x="278612" y="872067"/>
          <a:ext cx="8611388" cy="86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5251">
                  <a:extLst>
                    <a:ext uri="{9D8B030D-6E8A-4147-A177-3AD203B41FA5}">
                      <a16:colId xmlns:a16="http://schemas.microsoft.com/office/drawing/2014/main" val="2794789226"/>
                    </a:ext>
                  </a:extLst>
                </a:gridCol>
                <a:gridCol w="2006120">
                  <a:extLst>
                    <a:ext uri="{9D8B030D-6E8A-4147-A177-3AD203B41FA5}">
                      <a16:colId xmlns:a16="http://schemas.microsoft.com/office/drawing/2014/main" val="3955417467"/>
                    </a:ext>
                  </a:extLst>
                </a:gridCol>
                <a:gridCol w="2404588">
                  <a:extLst>
                    <a:ext uri="{9D8B030D-6E8A-4147-A177-3AD203B41FA5}">
                      <a16:colId xmlns:a16="http://schemas.microsoft.com/office/drawing/2014/main" val="3167503354"/>
                    </a:ext>
                  </a:extLst>
                </a:gridCol>
                <a:gridCol w="2655429">
                  <a:extLst>
                    <a:ext uri="{9D8B030D-6E8A-4147-A177-3AD203B41FA5}">
                      <a16:colId xmlns:a16="http://schemas.microsoft.com/office/drawing/2014/main" val="659967374"/>
                    </a:ext>
                  </a:extLst>
                </a:gridCol>
              </a:tblGrid>
              <a:tr h="45897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Area</a:t>
                      </a:r>
                    </a:p>
                  </a:txBody>
                  <a:tcP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Province</a:t>
                      </a:r>
                    </a:p>
                  </a:txBody>
                  <a:tcP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Code</a:t>
                      </a:r>
                    </a:p>
                  </a:txBody>
                  <a:tcP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Customer name</a:t>
                      </a:r>
                    </a:p>
                  </a:txBody>
                  <a:tcP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337701"/>
                  </a:ext>
                </a:extLst>
              </a:tr>
              <a:tr h="40462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….</a:t>
                      </a:r>
                    </a:p>
                  </a:txBody>
                  <a:tcP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….</a:t>
                      </a:r>
                    </a:p>
                  </a:txBody>
                  <a:tcP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….</a:t>
                      </a:r>
                    </a:p>
                  </a:txBody>
                  <a:tcP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….</a:t>
                      </a:r>
                    </a:p>
                  </a:txBody>
                  <a:tcP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643121"/>
                  </a:ext>
                </a:extLst>
              </a:tr>
            </a:tbl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AAB88BB1-10C2-F89C-5494-EBEEC7E0593E}"/>
              </a:ext>
            </a:extLst>
          </p:cNvPr>
          <p:cNvGrpSpPr/>
          <p:nvPr/>
        </p:nvGrpSpPr>
        <p:grpSpPr>
          <a:xfrm>
            <a:off x="5842514" y="6464151"/>
            <a:ext cx="2381045" cy="321106"/>
            <a:chOff x="402193" y="5853502"/>
            <a:chExt cx="2381045" cy="321106"/>
          </a:xfrm>
        </p:grpSpPr>
        <p:sp>
          <p:nvSpPr>
            <p:cNvPr id="12" name="Title 1">
              <a:extLst>
                <a:ext uri="{FF2B5EF4-FFF2-40B4-BE49-F238E27FC236}">
                  <a16:creationId xmlns:a16="http://schemas.microsoft.com/office/drawing/2014/main" id="{841B7914-6BCA-51B0-90A8-E4AE78C964C4}"/>
                </a:ext>
              </a:extLst>
            </p:cNvPr>
            <p:cNvSpPr txBox="1">
              <a:spLocks/>
            </p:cNvSpPr>
            <p:nvPr/>
          </p:nvSpPr>
          <p:spPr>
            <a:xfrm>
              <a:off x="402193" y="5853502"/>
              <a:ext cx="827312" cy="3211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en-US"/>
              </a:defPPr>
              <a:lvl1pPr algn="ctr" defTabSz="914400">
                <a:lnSpc>
                  <a:spcPct val="90000"/>
                </a:lnSpc>
                <a:spcBef>
                  <a:spcPct val="0"/>
                </a:spcBef>
                <a:buNone/>
                <a:defRPr sz="1400" b="1">
                  <a:latin typeface="Cambria" panose="02040503050406030204" pitchFamily="18" charset="0"/>
                  <a:ea typeface="Cambria" panose="02040503050406030204" pitchFamily="18" charset="0"/>
                  <a:cs typeface="+mj-cs"/>
                </a:defRPr>
              </a:lvl1pPr>
            </a:lstStyle>
            <a:p>
              <a:endParaRPr lang="en-US" sz="1000" dirty="0"/>
            </a:p>
          </p:txBody>
        </p:sp>
        <p:sp>
          <p:nvSpPr>
            <p:cNvPr id="14" name="Title 1">
              <a:extLst>
                <a:ext uri="{FF2B5EF4-FFF2-40B4-BE49-F238E27FC236}">
                  <a16:creationId xmlns:a16="http://schemas.microsoft.com/office/drawing/2014/main" id="{84B1A158-2646-8C35-8C9A-40D563DC8CC1}"/>
                </a:ext>
              </a:extLst>
            </p:cNvPr>
            <p:cNvSpPr txBox="1">
              <a:spLocks/>
            </p:cNvSpPr>
            <p:nvPr/>
          </p:nvSpPr>
          <p:spPr>
            <a:xfrm>
              <a:off x="402194" y="5859607"/>
              <a:ext cx="2381044" cy="31500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1400" b="1" dirty="0" err="1">
                  <a:latin typeface="Cambria" panose="02040503050406030204" pitchFamily="18" charset="0"/>
                  <a:ea typeface="Cambria" panose="02040503050406030204" pitchFamily="18" charset="0"/>
                </a:rPr>
                <a:t>Hình</a:t>
              </a:r>
              <a:r>
                <a:rPr lang="en-US" sz="1400" b="1" dirty="0">
                  <a:latin typeface="Cambria" panose="02040503050406030204" pitchFamily="18" charset="0"/>
                  <a:ea typeface="Cambria" panose="02040503050406030204" pitchFamily="18" charset="0"/>
                </a:rPr>
                <a:t> </a:t>
              </a:r>
              <a:r>
                <a:rPr lang="en-US" sz="1400" b="1" dirty="0" err="1">
                  <a:latin typeface="Cambria" panose="02040503050406030204" pitchFamily="18" charset="0"/>
                  <a:ea typeface="Cambria" panose="02040503050406030204" pitchFamily="18" charset="0"/>
                </a:rPr>
                <a:t>ảnh</a:t>
              </a:r>
              <a:r>
                <a:rPr lang="en-US" sz="1400" b="1" dirty="0">
                  <a:latin typeface="Cambria" panose="02040503050406030204" pitchFamily="18" charset="0"/>
                  <a:ea typeface="Cambria" panose="02040503050406030204" pitchFamily="18" charset="0"/>
                </a:rPr>
                <a:t> </a:t>
              </a:r>
              <a:r>
                <a:rPr lang="en-US" sz="1400" b="1" dirty="0" err="1">
                  <a:latin typeface="Cambria" panose="02040503050406030204" pitchFamily="18" charset="0"/>
                  <a:ea typeface="Cambria" panose="02040503050406030204" pitchFamily="18" charset="0"/>
                </a:rPr>
                <a:t>vị</a:t>
              </a:r>
              <a:r>
                <a:rPr lang="en-US" sz="1400" b="1" dirty="0">
                  <a:latin typeface="Cambria" panose="02040503050406030204" pitchFamily="18" charset="0"/>
                  <a:ea typeface="Cambria" panose="02040503050406030204" pitchFamily="18" charset="0"/>
                </a:rPr>
                <a:t> </a:t>
              </a:r>
              <a:r>
                <a:rPr lang="en-US" sz="1400" b="1" dirty="0" err="1">
                  <a:latin typeface="Cambria" panose="02040503050406030204" pitchFamily="18" charset="0"/>
                  <a:ea typeface="Cambria" panose="02040503050406030204" pitchFamily="18" charset="0"/>
                </a:rPr>
                <a:t>trí</a:t>
              </a:r>
              <a:r>
                <a:rPr lang="en-US" sz="1400" b="1" dirty="0">
                  <a:latin typeface="Cambria" panose="02040503050406030204" pitchFamily="18" charset="0"/>
                  <a:ea typeface="Cambria" panose="02040503050406030204" pitchFamily="18" charset="0"/>
                </a:rPr>
                <a:t> </a:t>
              </a:r>
              <a:r>
                <a:rPr lang="en-US" sz="1400" b="1" dirty="0" err="1">
                  <a:latin typeface="Cambria" panose="02040503050406030204" pitchFamily="18" charset="0"/>
                  <a:ea typeface="Cambria" panose="02040503050406030204" pitchFamily="18" charset="0"/>
                </a:rPr>
                <a:t>trưng</a:t>
              </a:r>
              <a:r>
                <a:rPr lang="en-US" sz="1400" b="1" dirty="0">
                  <a:latin typeface="Cambria" panose="02040503050406030204" pitchFamily="18" charset="0"/>
                  <a:ea typeface="Cambria" panose="02040503050406030204" pitchFamily="18" charset="0"/>
                </a:rPr>
                <a:t> </a:t>
              </a:r>
              <a:r>
                <a:rPr lang="en-US" sz="1400" b="1" dirty="0" err="1">
                  <a:latin typeface="Cambria" panose="02040503050406030204" pitchFamily="18" charset="0"/>
                  <a:ea typeface="Cambria" panose="02040503050406030204" pitchFamily="18" charset="0"/>
                </a:rPr>
                <a:t>bày</a:t>
              </a:r>
              <a:endParaRPr lang="en-US" sz="1400" b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1467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17161</TotalTime>
  <Words>37</Words>
  <Application>Microsoft Office PowerPoint</Application>
  <PresentationFormat>On-screen Show (4:3)</PresentationFormat>
  <Paragraphs>32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Cambria</vt:lpstr>
      <vt:lpstr>Cordia New</vt:lpstr>
      <vt:lpstr>Tahoma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Hien Doan</dc:creator>
  <cp:lastModifiedBy>Phụng Bùi</cp:lastModifiedBy>
  <cp:revision>183</cp:revision>
  <cp:lastPrinted>2025-06-17T02:06:44Z</cp:lastPrinted>
  <dcterms:created xsi:type="dcterms:W3CDTF">2025-01-02T10:20:13Z</dcterms:created>
  <dcterms:modified xsi:type="dcterms:W3CDTF">2026-08-20T08:26:00Z</dcterms:modified>
</cp:coreProperties>
</file>